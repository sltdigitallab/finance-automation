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70" r:id="rId2"/>
    <p:sldId id="2671" r:id="rId3"/>
    <p:sldId id="2527" r:id="rId4"/>
    <p:sldId id="2679" r:id="rId5"/>
    <p:sldId id="2528" r:id="rId6"/>
    <p:sldId id="2529" r:id="rId7"/>
    <p:sldId id="2530" r:id="rId8"/>
    <p:sldId id="2531" r:id="rId9"/>
    <p:sldId id="2532" r:id="rId10"/>
  </p:sldIdLst>
  <p:sldSz cx="12192000" cy="6858000"/>
  <p:notesSz cx="6800850" cy="9932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404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yathrika Sachinthani" userId="107726fc-63f1-4775-8a57-923fc111db0f" providerId="ADAL" clId="{680B4161-AA31-4783-902A-5354901F8E8E}"/>
    <pc:docChg chg="undo custSel addSld delSld modSld">
      <pc:chgData name="Gayathrika Sachinthani" userId="107726fc-63f1-4775-8a57-923fc111db0f" providerId="ADAL" clId="{680B4161-AA31-4783-902A-5354901F8E8E}" dt="2026-10-09T06:02:57.971" v="57" actId="47"/>
      <pc:docMkLst>
        <pc:docMk/>
      </pc:docMkLst>
      <pc:sldChg chg="del">
        <pc:chgData name="Gayathrika Sachinthani" userId="107726fc-63f1-4775-8a57-923fc111db0f" providerId="ADAL" clId="{680B4161-AA31-4783-902A-5354901F8E8E}" dt="2026-10-09T06:01:16.807" v="0" actId="47"/>
        <pc:sldMkLst>
          <pc:docMk/>
          <pc:sldMk cId="2591563583" sldId="2260"/>
        </pc:sldMkLst>
      </pc:sldChg>
      <pc:sldChg chg="del">
        <pc:chgData name="Gayathrika Sachinthani" userId="107726fc-63f1-4775-8a57-923fc111db0f" providerId="ADAL" clId="{680B4161-AA31-4783-902A-5354901F8E8E}" dt="2026-10-09T06:02:40.126" v="11" actId="47"/>
        <pc:sldMkLst>
          <pc:docMk/>
          <pc:sldMk cId="777214675" sldId="2268"/>
        </pc:sldMkLst>
      </pc:sldChg>
      <pc:sldChg chg="del">
        <pc:chgData name="Gayathrika Sachinthani" userId="107726fc-63f1-4775-8a57-923fc111db0f" providerId="ADAL" clId="{680B4161-AA31-4783-902A-5354901F8E8E}" dt="2026-10-09T06:02:41.892" v="15" actId="47"/>
        <pc:sldMkLst>
          <pc:docMk/>
          <pc:sldMk cId="3679151527" sldId="2519"/>
        </pc:sldMkLst>
      </pc:sldChg>
      <pc:sldChg chg="del">
        <pc:chgData name="Gayathrika Sachinthani" userId="107726fc-63f1-4775-8a57-923fc111db0f" providerId="ADAL" clId="{680B4161-AA31-4783-902A-5354901F8E8E}" dt="2026-10-09T06:02:42.303" v="16" actId="47"/>
        <pc:sldMkLst>
          <pc:docMk/>
          <pc:sldMk cId="3784730476" sldId="2520"/>
        </pc:sldMkLst>
      </pc:sldChg>
      <pc:sldChg chg="del">
        <pc:chgData name="Gayathrika Sachinthani" userId="107726fc-63f1-4775-8a57-923fc111db0f" providerId="ADAL" clId="{680B4161-AA31-4783-902A-5354901F8E8E}" dt="2026-10-09T06:02:42.558" v="17" actId="47"/>
        <pc:sldMkLst>
          <pc:docMk/>
          <pc:sldMk cId="3518441658" sldId="2521"/>
        </pc:sldMkLst>
      </pc:sldChg>
      <pc:sldChg chg="modSp mod">
        <pc:chgData name="Gayathrika Sachinthani" userId="107726fc-63f1-4775-8a57-923fc111db0f" providerId="ADAL" clId="{680B4161-AA31-4783-902A-5354901F8E8E}" dt="2026-10-09T06:01:50.870" v="4" actId="6549"/>
        <pc:sldMkLst>
          <pc:docMk/>
          <pc:sldMk cId="83551437" sldId="2527"/>
        </pc:sldMkLst>
        <pc:graphicFrameChg chg="modGraphic">
          <ac:chgData name="Gayathrika Sachinthani" userId="107726fc-63f1-4775-8a57-923fc111db0f" providerId="ADAL" clId="{680B4161-AA31-4783-902A-5354901F8E8E}" dt="2026-10-09T06:01:50.870" v="4" actId="6549"/>
          <ac:graphicFrameMkLst>
            <pc:docMk/>
            <pc:sldMk cId="83551437" sldId="2527"/>
            <ac:graphicFrameMk id="11" creationId="{14FFF45C-18D5-0F2A-D74D-FBF5D797F971}"/>
          </ac:graphicFrameMkLst>
        </pc:graphicFrameChg>
      </pc:sldChg>
      <pc:sldChg chg="modSp mod">
        <pc:chgData name="Gayathrika Sachinthani" userId="107726fc-63f1-4775-8a57-923fc111db0f" providerId="ADAL" clId="{680B4161-AA31-4783-902A-5354901F8E8E}" dt="2026-10-09T06:01:58.080" v="5" actId="6549"/>
        <pc:sldMkLst>
          <pc:docMk/>
          <pc:sldMk cId="2836456522" sldId="2528"/>
        </pc:sldMkLst>
        <pc:graphicFrameChg chg="modGraphic">
          <ac:chgData name="Gayathrika Sachinthani" userId="107726fc-63f1-4775-8a57-923fc111db0f" providerId="ADAL" clId="{680B4161-AA31-4783-902A-5354901F8E8E}" dt="2026-10-09T06:01:58.080" v="5" actId="6549"/>
          <ac:graphicFrameMkLst>
            <pc:docMk/>
            <pc:sldMk cId="2836456522" sldId="2528"/>
            <ac:graphicFrameMk id="9" creationId="{F718BDD6-F727-48CC-AC67-900BE4263AB1}"/>
          </ac:graphicFrameMkLst>
        </pc:graphicFrameChg>
      </pc:sldChg>
      <pc:sldChg chg="modSp mod">
        <pc:chgData name="Gayathrika Sachinthani" userId="107726fc-63f1-4775-8a57-923fc111db0f" providerId="ADAL" clId="{680B4161-AA31-4783-902A-5354901F8E8E}" dt="2026-10-09T06:02:04.119" v="6" actId="6549"/>
        <pc:sldMkLst>
          <pc:docMk/>
          <pc:sldMk cId="588958346" sldId="2529"/>
        </pc:sldMkLst>
        <pc:graphicFrameChg chg="modGraphic">
          <ac:chgData name="Gayathrika Sachinthani" userId="107726fc-63f1-4775-8a57-923fc111db0f" providerId="ADAL" clId="{680B4161-AA31-4783-902A-5354901F8E8E}" dt="2026-10-09T06:02:04.119" v="6" actId="6549"/>
          <ac:graphicFrameMkLst>
            <pc:docMk/>
            <pc:sldMk cId="588958346" sldId="2529"/>
            <ac:graphicFrameMk id="9" creationId="{F718BDD6-F727-48CC-AC67-900BE4263AB1}"/>
          </ac:graphicFrameMkLst>
        </pc:graphicFrameChg>
      </pc:sldChg>
      <pc:sldChg chg="modSp add del mod">
        <pc:chgData name="Gayathrika Sachinthani" userId="107726fc-63f1-4775-8a57-923fc111db0f" providerId="ADAL" clId="{680B4161-AA31-4783-902A-5354901F8E8E}" dt="2026-10-09T06:02:50.217" v="53" actId="47"/>
        <pc:sldMkLst>
          <pc:docMk/>
          <pc:sldMk cId="411734955" sldId="2530"/>
        </pc:sldMkLst>
        <pc:graphicFrameChg chg="modGraphic">
          <ac:chgData name="Gayathrika Sachinthani" userId="107726fc-63f1-4775-8a57-923fc111db0f" providerId="ADAL" clId="{680B4161-AA31-4783-902A-5354901F8E8E}" dt="2026-10-09T06:02:09.760" v="7" actId="6549"/>
          <ac:graphicFrameMkLst>
            <pc:docMk/>
            <pc:sldMk cId="411734955" sldId="2530"/>
            <ac:graphicFrameMk id="9" creationId="{F718BDD6-F727-48CC-AC67-900BE4263AB1}"/>
          </ac:graphicFrameMkLst>
        </pc:graphicFrameChg>
      </pc:sldChg>
      <pc:sldChg chg="modSp add del mod">
        <pc:chgData name="Gayathrika Sachinthani" userId="107726fc-63f1-4775-8a57-923fc111db0f" providerId="ADAL" clId="{680B4161-AA31-4783-902A-5354901F8E8E}" dt="2026-10-09T06:02:51.148" v="54" actId="47"/>
        <pc:sldMkLst>
          <pc:docMk/>
          <pc:sldMk cId="4021912311" sldId="2531"/>
        </pc:sldMkLst>
        <pc:graphicFrameChg chg="modGraphic">
          <ac:chgData name="Gayathrika Sachinthani" userId="107726fc-63f1-4775-8a57-923fc111db0f" providerId="ADAL" clId="{680B4161-AA31-4783-902A-5354901F8E8E}" dt="2026-10-09T06:02:16.505" v="8" actId="6549"/>
          <ac:graphicFrameMkLst>
            <pc:docMk/>
            <pc:sldMk cId="4021912311" sldId="2531"/>
            <ac:graphicFrameMk id="9" creationId="{F718BDD6-F727-48CC-AC67-900BE4263AB1}"/>
          </ac:graphicFrameMkLst>
        </pc:graphicFrameChg>
      </pc:sldChg>
      <pc:sldChg chg="modSp add del mod">
        <pc:chgData name="Gayathrika Sachinthani" userId="107726fc-63f1-4775-8a57-923fc111db0f" providerId="ADAL" clId="{680B4161-AA31-4783-902A-5354901F8E8E}" dt="2026-10-09T06:02:52.579" v="55" actId="47"/>
        <pc:sldMkLst>
          <pc:docMk/>
          <pc:sldMk cId="190242981" sldId="2532"/>
        </pc:sldMkLst>
        <pc:graphicFrameChg chg="modGraphic">
          <ac:chgData name="Gayathrika Sachinthani" userId="107726fc-63f1-4775-8a57-923fc111db0f" providerId="ADAL" clId="{680B4161-AA31-4783-902A-5354901F8E8E}" dt="2026-10-09T06:02:22.976" v="9" actId="6549"/>
          <ac:graphicFrameMkLst>
            <pc:docMk/>
            <pc:sldMk cId="190242981" sldId="2532"/>
            <ac:graphicFrameMk id="9" creationId="{F718BDD6-F727-48CC-AC67-900BE4263AB1}"/>
          </ac:graphicFrameMkLst>
        </pc:graphicFrameChg>
      </pc:sldChg>
      <pc:sldChg chg="del">
        <pc:chgData name="Gayathrika Sachinthani" userId="107726fc-63f1-4775-8a57-923fc111db0f" providerId="ADAL" clId="{680B4161-AA31-4783-902A-5354901F8E8E}" dt="2026-10-09T06:02:42.809" v="18" actId="47"/>
        <pc:sldMkLst>
          <pc:docMk/>
          <pc:sldMk cId="1635103876" sldId="2539"/>
        </pc:sldMkLst>
      </pc:sldChg>
      <pc:sldChg chg="del">
        <pc:chgData name="Gayathrika Sachinthani" userId="107726fc-63f1-4775-8a57-923fc111db0f" providerId="ADAL" clId="{680B4161-AA31-4783-902A-5354901F8E8E}" dt="2026-10-09T06:02:41.518" v="14" actId="47"/>
        <pc:sldMkLst>
          <pc:docMk/>
          <pc:sldMk cId="2001275260" sldId="2542"/>
        </pc:sldMkLst>
      </pc:sldChg>
      <pc:sldChg chg="del">
        <pc:chgData name="Gayathrika Sachinthani" userId="107726fc-63f1-4775-8a57-923fc111db0f" providerId="ADAL" clId="{680B4161-AA31-4783-902A-5354901F8E8E}" dt="2026-10-09T06:02:46.458" v="40" actId="47"/>
        <pc:sldMkLst>
          <pc:docMk/>
          <pc:sldMk cId="3278449994" sldId="2622"/>
        </pc:sldMkLst>
      </pc:sldChg>
      <pc:sldChg chg="del">
        <pc:chgData name="Gayathrika Sachinthani" userId="107726fc-63f1-4775-8a57-923fc111db0f" providerId="ADAL" clId="{680B4161-AA31-4783-902A-5354901F8E8E}" dt="2026-10-09T06:02:46.631" v="41" actId="47"/>
        <pc:sldMkLst>
          <pc:docMk/>
          <pc:sldMk cId="2200576718" sldId="2631"/>
        </pc:sldMkLst>
      </pc:sldChg>
      <pc:sldChg chg="del">
        <pc:chgData name="Gayathrika Sachinthani" userId="107726fc-63f1-4775-8a57-923fc111db0f" providerId="ADAL" clId="{680B4161-AA31-4783-902A-5354901F8E8E}" dt="2026-10-09T06:02:46.804" v="42" actId="47"/>
        <pc:sldMkLst>
          <pc:docMk/>
          <pc:sldMk cId="1985470825" sldId="2632"/>
        </pc:sldMkLst>
      </pc:sldChg>
      <pc:sldChg chg="del">
        <pc:chgData name="Gayathrika Sachinthani" userId="107726fc-63f1-4775-8a57-923fc111db0f" providerId="ADAL" clId="{680B4161-AA31-4783-902A-5354901F8E8E}" dt="2026-10-09T06:02:46.946" v="43" actId="47"/>
        <pc:sldMkLst>
          <pc:docMk/>
          <pc:sldMk cId="3876678910" sldId="2634"/>
        </pc:sldMkLst>
      </pc:sldChg>
      <pc:sldChg chg="del">
        <pc:chgData name="Gayathrika Sachinthani" userId="107726fc-63f1-4775-8a57-923fc111db0f" providerId="ADAL" clId="{680B4161-AA31-4783-902A-5354901F8E8E}" dt="2026-10-09T06:02:47.135" v="44" actId="47"/>
        <pc:sldMkLst>
          <pc:docMk/>
          <pc:sldMk cId="3773158729" sldId="2635"/>
        </pc:sldMkLst>
      </pc:sldChg>
      <pc:sldChg chg="del">
        <pc:chgData name="Gayathrika Sachinthani" userId="107726fc-63f1-4775-8a57-923fc111db0f" providerId="ADAL" clId="{680B4161-AA31-4783-902A-5354901F8E8E}" dt="2026-10-09T06:02:47.449" v="45" actId="47"/>
        <pc:sldMkLst>
          <pc:docMk/>
          <pc:sldMk cId="3119098824" sldId="2636"/>
        </pc:sldMkLst>
      </pc:sldChg>
      <pc:sldChg chg="del">
        <pc:chgData name="Gayathrika Sachinthani" userId="107726fc-63f1-4775-8a57-923fc111db0f" providerId="ADAL" clId="{680B4161-AA31-4783-902A-5354901F8E8E}" dt="2026-10-09T06:02:47.605" v="46" actId="47"/>
        <pc:sldMkLst>
          <pc:docMk/>
          <pc:sldMk cId="2464611716" sldId="2637"/>
        </pc:sldMkLst>
      </pc:sldChg>
      <pc:sldChg chg="add del">
        <pc:chgData name="Gayathrika Sachinthani" userId="107726fc-63f1-4775-8a57-923fc111db0f" providerId="ADAL" clId="{680B4161-AA31-4783-902A-5354901F8E8E}" dt="2026-10-09T06:02:57.971" v="57" actId="47"/>
        <pc:sldMkLst>
          <pc:docMk/>
          <pc:sldMk cId="2071607641" sldId="2638"/>
        </pc:sldMkLst>
      </pc:sldChg>
      <pc:sldChg chg="del">
        <pc:chgData name="Gayathrika Sachinthani" userId="107726fc-63f1-4775-8a57-923fc111db0f" providerId="ADAL" clId="{680B4161-AA31-4783-902A-5354901F8E8E}" dt="2026-10-09T06:02:45.231" v="32" actId="47"/>
        <pc:sldMkLst>
          <pc:docMk/>
          <pc:sldMk cId="151084304" sldId="2640"/>
        </pc:sldMkLst>
      </pc:sldChg>
      <pc:sldChg chg="del">
        <pc:chgData name="Gayathrika Sachinthani" userId="107726fc-63f1-4775-8a57-923fc111db0f" providerId="ADAL" clId="{680B4161-AA31-4783-902A-5354901F8E8E}" dt="2026-10-09T06:02:45.423" v="33" actId="47"/>
        <pc:sldMkLst>
          <pc:docMk/>
          <pc:sldMk cId="2782307893" sldId="2641"/>
        </pc:sldMkLst>
      </pc:sldChg>
      <pc:sldChg chg="del">
        <pc:chgData name="Gayathrika Sachinthani" userId="107726fc-63f1-4775-8a57-923fc111db0f" providerId="ADAL" clId="{680B4161-AA31-4783-902A-5354901F8E8E}" dt="2026-10-09T06:02:45.545" v="34" actId="47"/>
        <pc:sldMkLst>
          <pc:docMk/>
          <pc:sldMk cId="460741356" sldId="2642"/>
        </pc:sldMkLst>
      </pc:sldChg>
      <pc:sldChg chg="del">
        <pc:chgData name="Gayathrika Sachinthani" userId="107726fc-63f1-4775-8a57-923fc111db0f" providerId="ADAL" clId="{680B4161-AA31-4783-902A-5354901F8E8E}" dt="2026-10-09T06:02:46.002" v="37" actId="47"/>
        <pc:sldMkLst>
          <pc:docMk/>
          <pc:sldMk cId="804152149" sldId="2645"/>
        </pc:sldMkLst>
      </pc:sldChg>
      <pc:sldChg chg="del">
        <pc:chgData name="Gayathrika Sachinthani" userId="107726fc-63f1-4775-8a57-923fc111db0f" providerId="ADAL" clId="{680B4161-AA31-4783-902A-5354901F8E8E}" dt="2026-10-09T06:01:16.807" v="0" actId="47"/>
        <pc:sldMkLst>
          <pc:docMk/>
          <pc:sldMk cId="395843462" sldId="2646"/>
        </pc:sldMkLst>
      </pc:sldChg>
      <pc:sldChg chg="modSp mod">
        <pc:chgData name="Gayathrika Sachinthani" userId="107726fc-63f1-4775-8a57-923fc111db0f" providerId="ADAL" clId="{680B4161-AA31-4783-902A-5354901F8E8E}" dt="2026-10-09T06:01:38.564" v="2" actId="6549"/>
        <pc:sldMkLst>
          <pc:docMk/>
          <pc:sldMk cId="853801151" sldId="2670"/>
        </pc:sldMkLst>
        <pc:graphicFrameChg chg="modGraphic">
          <ac:chgData name="Gayathrika Sachinthani" userId="107726fc-63f1-4775-8a57-923fc111db0f" providerId="ADAL" clId="{680B4161-AA31-4783-902A-5354901F8E8E}" dt="2026-10-09T06:01:38.564" v="2" actId="6549"/>
          <ac:graphicFrameMkLst>
            <pc:docMk/>
            <pc:sldMk cId="853801151" sldId="2670"/>
            <ac:graphicFrameMk id="6" creationId="{00000000-0000-0000-0000-000000000000}"/>
          </ac:graphicFrameMkLst>
        </pc:graphicFrameChg>
      </pc:sldChg>
      <pc:sldChg chg="modSp mod">
        <pc:chgData name="Gayathrika Sachinthani" userId="107726fc-63f1-4775-8a57-923fc111db0f" providerId="ADAL" clId="{680B4161-AA31-4783-902A-5354901F8E8E}" dt="2026-10-09T06:01:44.660" v="3" actId="6549"/>
        <pc:sldMkLst>
          <pc:docMk/>
          <pc:sldMk cId="4142351702" sldId="2671"/>
        </pc:sldMkLst>
        <pc:graphicFrameChg chg="modGraphic">
          <ac:chgData name="Gayathrika Sachinthani" userId="107726fc-63f1-4775-8a57-923fc111db0f" providerId="ADAL" clId="{680B4161-AA31-4783-902A-5354901F8E8E}" dt="2026-10-09T06:01:44.660" v="3" actId="6549"/>
          <ac:graphicFrameMkLst>
            <pc:docMk/>
            <pc:sldMk cId="4142351702" sldId="2671"/>
            <ac:graphicFrameMk id="11" creationId="{FF1F6C3E-829E-5A35-0575-A2C27EC0736C}"/>
          </ac:graphicFrameMkLst>
        </pc:graphicFrameChg>
      </pc:sldChg>
      <pc:sldChg chg="del">
        <pc:chgData name="Gayathrika Sachinthani" userId="107726fc-63f1-4775-8a57-923fc111db0f" providerId="ADAL" clId="{680B4161-AA31-4783-902A-5354901F8E8E}" dt="2026-10-09T06:02:45.845" v="36" actId="47"/>
        <pc:sldMkLst>
          <pc:docMk/>
          <pc:sldMk cId="1615085725" sldId="2672"/>
        </pc:sldMkLst>
      </pc:sldChg>
      <pc:sldChg chg="del">
        <pc:chgData name="Gayathrika Sachinthani" userId="107726fc-63f1-4775-8a57-923fc111db0f" providerId="ADAL" clId="{680B4161-AA31-4783-902A-5354901F8E8E}" dt="2026-10-09T06:02:40.613" v="12" actId="47"/>
        <pc:sldMkLst>
          <pc:docMk/>
          <pc:sldMk cId="1036867465" sldId="2673"/>
        </pc:sldMkLst>
      </pc:sldChg>
      <pc:sldChg chg="del">
        <pc:chgData name="Gayathrika Sachinthani" userId="107726fc-63f1-4775-8a57-923fc111db0f" providerId="ADAL" clId="{680B4161-AA31-4783-902A-5354901F8E8E}" dt="2026-10-09T06:02:45.703" v="35" actId="47"/>
        <pc:sldMkLst>
          <pc:docMk/>
          <pc:sldMk cId="826011572" sldId="2674"/>
        </pc:sldMkLst>
      </pc:sldChg>
      <pc:sldChg chg="del">
        <pc:chgData name="Gayathrika Sachinthani" userId="107726fc-63f1-4775-8a57-923fc111db0f" providerId="ADAL" clId="{680B4161-AA31-4783-902A-5354901F8E8E}" dt="2026-10-09T06:02:46.144" v="38" actId="47"/>
        <pc:sldMkLst>
          <pc:docMk/>
          <pc:sldMk cId="19078877" sldId="2675"/>
        </pc:sldMkLst>
      </pc:sldChg>
      <pc:sldChg chg="del">
        <pc:chgData name="Gayathrika Sachinthani" userId="107726fc-63f1-4775-8a57-923fc111db0f" providerId="ADAL" clId="{680B4161-AA31-4783-902A-5354901F8E8E}" dt="2026-10-09T06:02:46.302" v="39" actId="47"/>
        <pc:sldMkLst>
          <pc:docMk/>
          <pc:sldMk cId="3956238313" sldId="2676"/>
        </pc:sldMkLst>
      </pc:sldChg>
      <pc:sldChg chg="modSp mod">
        <pc:chgData name="Gayathrika Sachinthani" userId="107726fc-63f1-4775-8a57-923fc111db0f" providerId="ADAL" clId="{680B4161-AA31-4783-902A-5354901F8E8E}" dt="2026-10-09T06:01:33.002" v="1" actId="6549"/>
        <pc:sldMkLst>
          <pc:docMk/>
          <pc:sldMk cId="410417614" sldId="2679"/>
        </pc:sldMkLst>
        <pc:graphicFrameChg chg="modGraphic">
          <ac:chgData name="Gayathrika Sachinthani" userId="107726fc-63f1-4775-8a57-923fc111db0f" providerId="ADAL" clId="{680B4161-AA31-4783-902A-5354901F8E8E}" dt="2026-10-09T06:01:33.002" v="1" actId="6549"/>
          <ac:graphicFrameMkLst>
            <pc:docMk/>
            <pc:sldMk cId="410417614" sldId="2679"/>
            <ac:graphicFrameMk id="9" creationId="{B186A177-2973-28C8-1FB7-165F002E784F}"/>
          </ac:graphicFrameMkLst>
        </pc:graphicFrameChg>
      </pc:sldChg>
      <pc:sldChg chg="del">
        <pc:chgData name="Gayathrika Sachinthani" userId="107726fc-63f1-4775-8a57-923fc111db0f" providerId="ADAL" clId="{680B4161-AA31-4783-902A-5354901F8E8E}" dt="2026-10-09T06:02:43.265" v="20" actId="47"/>
        <pc:sldMkLst>
          <pc:docMk/>
          <pc:sldMk cId="3157490677" sldId="2687"/>
        </pc:sldMkLst>
      </pc:sldChg>
      <pc:sldChg chg="del">
        <pc:chgData name="Gayathrika Sachinthani" userId="107726fc-63f1-4775-8a57-923fc111db0f" providerId="ADAL" clId="{680B4161-AA31-4783-902A-5354901F8E8E}" dt="2026-10-09T06:02:43.846" v="23" actId="47"/>
        <pc:sldMkLst>
          <pc:docMk/>
          <pc:sldMk cId="110038911" sldId="2690"/>
        </pc:sldMkLst>
      </pc:sldChg>
      <pc:sldChg chg="del">
        <pc:chgData name="Gayathrika Sachinthani" userId="107726fc-63f1-4775-8a57-923fc111db0f" providerId="ADAL" clId="{680B4161-AA31-4783-902A-5354901F8E8E}" dt="2026-10-09T06:02:44.161" v="25" actId="47"/>
        <pc:sldMkLst>
          <pc:docMk/>
          <pc:sldMk cId="4014253932" sldId="2692"/>
        </pc:sldMkLst>
      </pc:sldChg>
      <pc:sldChg chg="del">
        <pc:chgData name="Gayathrika Sachinthani" userId="107726fc-63f1-4775-8a57-923fc111db0f" providerId="ADAL" clId="{680B4161-AA31-4783-902A-5354901F8E8E}" dt="2026-10-09T06:02:43.486" v="21" actId="47"/>
        <pc:sldMkLst>
          <pc:docMk/>
          <pc:sldMk cId="1642828382" sldId="2702"/>
        </pc:sldMkLst>
      </pc:sldChg>
      <pc:sldChg chg="del">
        <pc:chgData name="Gayathrika Sachinthani" userId="107726fc-63f1-4775-8a57-923fc111db0f" providerId="ADAL" clId="{680B4161-AA31-4783-902A-5354901F8E8E}" dt="2026-10-09T06:02:43.674" v="22" actId="47"/>
        <pc:sldMkLst>
          <pc:docMk/>
          <pc:sldMk cId="471253971" sldId="2703"/>
        </pc:sldMkLst>
      </pc:sldChg>
      <pc:sldChg chg="del">
        <pc:chgData name="Gayathrika Sachinthani" userId="107726fc-63f1-4775-8a57-923fc111db0f" providerId="ADAL" clId="{680B4161-AA31-4783-902A-5354901F8E8E}" dt="2026-10-09T06:02:44.021" v="24" actId="47"/>
        <pc:sldMkLst>
          <pc:docMk/>
          <pc:sldMk cId="2236534898" sldId="2705"/>
        </pc:sldMkLst>
      </pc:sldChg>
      <pc:sldChg chg="del">
        <pc:chgData name="Gayathrika Sachinthani" userId="107726fc-63f1-4775-8a57-923fc111db0f" providerId="ADAL" clId="{680B4161-AA31-4783-902A-5354901F8E8E}" dt="2026-10-09T06:02:47.762" v="47" actId="47"/>
        <pc:sldMkLst>
          <pc:docMk/>
          <pc:sldMk cId="868073639" sldId="2716"/>
        </pc:sldMkLst>
      </pc:sldChg>
      <pc:sldChg chg="del">
        <pc:chgData name="Gayathrika Sachinthani" userId="107726fc-63f1-4775-8a57-923fc111db0f" providerId="ADAL" clId="{680B4161-AA31-4783-902A-5354901F8E8E}" dt="2026-10-09T06:02:47.927" v="48" actId="47"/>
        <pc:sldMkLst>
          <pc:docMk/>
          <pc:sldMk cId="318049674" sldId="2717"/>
        </pc:sldMkLst>
      </pc:sldChg>
      <pc:sldChg chg="del">
        <pc:chgData name="Gayathrika Sachinthani" userId="107726fc-63f1-4775-8a57-923fc111db0f" providerId="ADAL" clId="{680B4161-AA31-4783-902A-5354901F8E8E}" dt="2026-10-09T06:02:39.464" v="10" actId="47"/>
        <pc:sldMkLst>
          <pc:docMk/>
          <pc:sldMk cId="2454607541" sldId="2718"/>
        </pc:sldMkLst>
      </pc:sldChg>
      <pc:sldChg chg="del">
        <pc:chgData name="Gayathrika Sachinthani" userId="107726fc-63f1-4775-8a57-923fc111db0f" providerId="ADAL" clId="{680B4161-AA31-4783-902A-5354901F8E8E}" dt="2026-10-09T06:02:41.040" v="13" actId="47"/>
        <pc:sldMkLst>
          <pc:docMk/>
          <pc:sldMk cId="2469088226" sldId="2719"/>
        </pc:sldMkLst>
      </pc:sldChg>
      <pc:sldChg chg="del">
        <pc:chgData name="Gayathrika Sachinthani" userId="107726fc-63f1-4775-8a57-923fc111db0f" providerId="ADAL" clId="{680B4161-AA31-4783-902A-5354901F8E8E}" dt="2026-10-09T06:02:44.303" v="26" actId="47"/>
        <pc:sldMkLst>
          <pc:docMk/>
          <pc:sldMk cId="3431112059" sldId="2720"/>
        </pc:sldMkLst>
      </pc:sldChg>
      <pc:sldChg chg="del">
        <pc:chgData name="Gayathrika Sachinthani" userId="107726fc-63f1-4775-8a57-923fc111db0f" providerId="ADAL" clId="{680B4161-AA31-4783-902A-5354901F8E8E}" dt="2026-10-09T06:02:44.554" v="27" actId="47"/>
        <pc:sldMkLst>
          <pc:docMk/>
          <pc:sldMk cId="1722342379" sldId="2721"/>
        </pc:sldMkLst>
      </pc:sldChg>
      <pc:sldChg chg="del">
        <pc:chgData name="Gayathrika Sachinthani" userId="107726fc-63f1-4775-8a57-923fc111db0f" providerId="ADAL" clId="{680B4161-AA31-4783-902A-5354901F8E8E}" dt="2026-10-09T06:02:44.680" v="28" actId="47"/>
        <pc:sldMkLst>
          <pc:docMk/>
          <pc:sldMk cId="3889834400" sldId="2722"/>
        </pc:sldMkLst>
      </pc:sldChg>
      <pc:sldChg chg="del">
        <pc:chgData name="Gayathrika Sachinthani" userId="107726fc-63f1-4775-8a57-923fc111db0f" providerId="ADAL" clId="{680B4161-AA31-4783-902A-5354901F8E8E}" dt="2026-10-09T06:02:44.743" v="29" actId="47"/>
        <pc:sldMkLst>
          <pc:docMk/>
          <pc:sldMk cId="4115454353" sldId="2723"/>
        </pc:sldMkLst>
      </pc:sldChg>
      <pc:sldChg chg="del">
        <pc:chgData name="Gayathrika Sachinthani" userId="107726fc-63f1-4775-8a57-923fc111db0f" providerId="ADAL" clId="{680B4161-AA31-4783-902A-5354901F8E8E}" dt="2026-10-09T06:02:44.922" v="30" actId="47"/>
        <pc:sldMkLst>
          <pc:docMk/>
          <pc:sldMk cId="1662374914" sldId="2724"/>
        </pc:sldMkLst>
      </pc:sldChg>
      <pc:sldChg chg="del">
        <pc:chgData name="Gayathrika Sachinthani" userId="107726fc-63f1-4775-8a57-923fc111db0f" providerId="ADAL" clId="{680B4161-AA31-4783-902A-5354901F8E8E}" dt="2026-10-09T06:02:45.043" v="31" actId="47"/>
        <pc:sldMkLst>
          <pc:docMk/>
          <pc:sldMk cId="2396283116" sldId="2725"/>
        </pc:sldMkLst>
      </pc:sldChg>
      <pc:sldChg chg="del">
        <pc:chgData name="Gayathrika Sachinthani" userId="107726fc-63f1-4775-8a57-923fc111db0f" providerId="ADAL" clId="{680B4161-AA31-4783-902A-5354901F8E8E}" dt="2026-10-09T06:02:43.092" v="19" actId="47"/>
        <pc:sldMkLst>
          <pc:docMk/>
          <pc:sldMk cId="3068968296" sldId="272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837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837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200698F-D62E-4D1F-97D3-39312BF10082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94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80253"/>
            <a:ext cx="5440680" cy="3911115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4616"/>
            <a:ext cx="2947035" cy="49837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434616"/>
            <a:ext cx="2947035" cy="49837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120B5C8-2F6B-4D96-8BCA-8EE0AA945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016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0B5C8-2F6B-4D96-8BCA-8EE0AA945E2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91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0B5C8-2F6B-4D96-8BCA-8EE0AA945E2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44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5BB67-73F7-EEC2-877B-66899DCCB7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DABD7F-9937-5658-F7EB-EC4041F5D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C4270-B3CD-3D0C-1262-08D514CE2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BDF0-65D9-4681-8754-D2871A5AE81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50284-C7CF-D41E-2E30-70058085F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DB63E-0A39-FC89-1461-6A3C7403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2D1D2-D8B6-4A66-9876-5EA10750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470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10725-D72E-8972-9B09-59127C563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73942-4572-1672-6F12-5ACC5DEB9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22D14-BF0F-5D7F-DB16-4B2EDAD11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BDF0-65D9-4681-8754-D2871A5AE81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010FD-1267-8C12-0BA4-EBBE1C70A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4483F-400F-0EDE-AA3D-3E46F7061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2D1D2-D8B6-4A66-9876-5EA10750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798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EC9C6-AD0D-4570-2C74-CD69DEE3D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1F111-9063-EFBD-2297-0D11010A4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F1186-BCE8-3856-B044-585FB64A5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BDF0-65D9-4681-8754-D2871A5AE81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62962-52F2-3E5E-DF11-91CA1629D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5ABD6-DFDB-BED0-BD84-23EF90A1E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2D1D2-D8B6-4A66-9876-5EA10750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05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2E180-15EF-4FF4-6DB4-B904B4378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CE2D5-32C4-49CA-742F-2990A0F811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5011D-06EE-F277-D6AF-8EE4B17FA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2C614-4C7C-5E3F-BA5F-6156A375F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BDF0-65D9-4681-8754-D2871A5AE81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229F8-60E9-0B16-0F35-21466489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198E9-B50D-4322-4302-32DD84AF1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2D1D2-D8B6-4A66-9876-5EA10750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26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2C807-1035-5B4E-DC49-BCACA94CC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40E1F-CA5C-E549-002B-214D4EC4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6005DE-CBCF-5648-0C79-8A7D58988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2A2A8-9FC4-1E4B-43B9-E95211BB63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91BE19-C223-A321-4B5F-053278CD8D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E1F015-F173-BA1F-296F-0BFFB9A38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BDF0-65D9-4681-8754-D2871A5AE81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AFC86F-4CF6-CB9F-2B7C-8E361C620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6AFD4A-0B66-7094-2754-94C904AF6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2D1D2-D8B6-4A66-9876-5EA10750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68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A7C4-967D-4603-232C-1D3DCE61D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A7964-DDA1-2334-D606-92697C59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BDF0-65D9-4681-8754-D2871A5AE81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5B679-6AB3-D5E4-C652-22D903AB1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A0D226-57E6-B685-AC85-16144ED3C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2D1D2-D8B6-4A66-9876-5EA10750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3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5C3451-69A2-369A-32B1-238549AE0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BDF0-65D9-4681-8754-D2871A5AE81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F8336-E7B5-71EA-76CA-CF87AFBE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68637-38C7-4CA8-D7CD-0E04F28FC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2D1D2-D8B6-4A66-9876-5EA10750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394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D0284-229E-E046-FC98-FA6CD8C05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786CF-0A4B-E491-5FC3-CFAACEECB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71D11C-5476-4C01-E1DA-8834AA22A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5D491-0712-D344-F37A-8F9D4473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BDF0-65D9-4681-8754-D2871A5AE81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3296E-DF47-6356-3C24-F0783DD6C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6ED7D-0AB3-2282-AA8B-9EB441BF6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2D1D2-D8B6-4A66-9876-5EA10750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341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75DD3-B56D-8E9D-D349-CB66239C9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F889A9-990F-5ED1-7C42-5EC24577CA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4E827-1AE8-E477-7721-04B14269C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1DACE-5AD2-71A2-ED99-E714023FD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BDF0-65D9-4681-8754-D2871A5AE81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BE86B8-E732-1485-51DC-73E4AB9B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5FEF7-D9C4-81CA-1B12-D6A56F6AD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2D1D2-D8B6-4A66-9876-5EA10750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689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551C1-7612-0ADC-9CE9-DC9848589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7A57C-9FF0-2669-0084-1FD4F8735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47953-502D-9DC5-40DC-39151612B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BDF0-65D9-4681-8754-D2871A5AE81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E51DE-39D6-D232-A35F-759888E58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5CB0A-3FC1-4723-133F-57270708D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2D1D2-D8B6-4A66-9876-5EA10750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603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6C5362-53DD-3D03-F093-49EC507D5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38AFD-D30D-D076-09FC-222E72538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60A13-404F-A108-499A-3B7C7E313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BDF0-65D9-4681-8754-D2871A5AE81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AFF20-183B-9D0F-5994-6FAB5DD8E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02813-7EDC-1D89-A16B-B53A3D2BE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2D1D2-D8B6-4A66-9876-5EA10750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8940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2" name="Text Placeholder 2"/>
          <p:cNvSpPr>
            <a:spLocks noGrp="1"/>
          </p:cNvSpPr>
          <p:nvPr>
            <p:ph idx="13"/>
          </p:nvPr>
        </p:nvSpPr>
        <p:spPr>
          <a:xfrm>
            <a:off x="838200" y="1825625"/>
            <a:ext cx="10515600" cy="409574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b="0" i="0">
                <a:latin typeface="Montserrat Light" pitchFamily="2" charset="77"/>
              </a:defRPr>
            </a:lvl1pPr>
            <a:lvl2pPr>
              <a:defRPr>
                <a:latin typeface="Montserrat" pitchFamily="2" charset="77"/>
              </a:defRPr>
            </a:lvl2pPr>
            <a:lvl3pPr>
              <a:defRPr>
                <a:latin typeface="Montserrat" pitchFamily="2" charset="77"/>
              </a:defRPr>
            </a:lvl3pPr>
            <a:lvl4pPr>
              <a:defRPr>
                <a:latin typeface="Montserrat" pitchFamily="2" charset="77"/>
              </a:defRPr>
            </a:lvl4pPr>
            <a:lvl5pPr>
              <a:defRPr>
                <a:latin typeface="Montserrat" pitchFamily="2" charset="77"/>
              </a:defRPr>
            </a:lvl5pPr>
          </a:lstStyle>
          <a:p>
            <a:pPr lvl="0"/>
            <a:endParaRPr lang="x-none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C8831-C298-344E-91B0-1C7E81C7020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15EF50-ED70-4AA2-91E9-EADD006E2B2A}" type="datetime1">
              <a:rPr lang="en-US" smtClean="0"/>
              <a:t>10/9/2026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1FB92-92C3-7F40-9EF3-6DFEA4FBDDF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6534E-C414-8840-8EED-7AD6543E5F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0666AC-04E3-3F48-A322-4AEFFB5104CF}" type="slidenum">
              <a:rPr lang="x-none"/>
              <a:pPr>
                <a:defRPr/>
              </a:pPr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0568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ECF649-F904-0254-B13C-F9066C67C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607A4-B7FB-2631-0E4A-23B36D09D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853F8-2728-05D5-346A-BEDB491877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4CBDF0-65D9-4681-8754-D2871A5AE81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57816-99FB-A7C5-CAB9-FC17C9DEF6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04CDC-029F-E3EE-1057-7CFE2E112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62D1D2-D8B6-4A66-9876-5EA10750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839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09" y="-348533"/>
            <a:ext cx="10515600" cy="1325563"/>
          </a:xfrm>
        </p:spPr>
        <p:txBody>
          <a:bodyPr/>
          <a:lstStyle/>
          <a:p>
            <a:r>
              <a:rPr lang="en-US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Executive Summary - Group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2828129282"/>
              </p:ext>
            </p:extLst>
          </p:nvPr>
        </p:nvGraphicFramePr>
        <p:xfrm>
          <a:off x="29687" y="519887"/>
          <a:ext cx="11747815" cy="615144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17689">
                  <a:extLst>
                    <a:ext uri="{9D8B030D-6E8A-4147-A177-3AD203B41FA5}">
                      <a16:colId xmlns:a16="http://schemas.microsoft.com/office/drawing/2014/main" val="418803764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68860253"/>
                    </a:ext>
                  </a:extLst>
                </a:gridCol>
                <a:gridCol w="698710">
                  <a:extLst>
                    <a:ext uri="{9D8B030D-6E8A-4147-A177-3AD203B41FA5}">
                      <a16:colId xmlns:a16="http://schemas.microsoft.com/office/drawing/2014/main" val="4222022756"/>
                    </a:ext>
                  </a:extLst>
                </a:gridCol>
                <a:gridCol w="703275">
                  <a:extLst>
                    <a:ext uri="{9D8B030D-6E8A-4147-A177-3AD203B41FA5}">
                      <a16:colId xmlns:a16="http://schemas.microsoft.com/office/drawing/2014/main" val="2208670707"/>
                    </a:ext>
                  </a:extLst>
                </a:gridCol>
                <a:gridCol w="732764">
                  <a:extLst>
                    <a:ext uri="{9D8B030D-6E8A-4147-A177-3AD203B41FA5}">
                      <a16:colId xmlns:a16="http://schemas.microsoft.com/office/drawing/2014/main" val="3041891119"/>
                    </a:ext>
                  </a:extLst>
                </a:gridCol>
                <a:gridCol w="813856">
                  <a:extLst>
                    <a:ext uri="{9D8B030D-6E8A-4147-A177-3AD203B41FA5}">
                      <a16:colId xmlns:a16="http://schemas.microsoft.com/office/drawing/2014/main" val="2542712564"/>
                    </a:ext>
                  </a:extLst>
                </a:gridCol>
                <a:gridCol w="302480">
                  <a:extLst>
                    <a:ext uri="{9D8B030D-6E8A-4147-A177-3AD203B41FA5}">
                      <a16:colId xmlns:a16="http://schemas.microsoft.com/office/drawing/2014/main" val="3554006502"/>
                    </a:ext>
                  </a:extLst>
                </a:gridCol>
                <a:gridCol w="951183">
                  <a:extLst>
                    <a:ext uri="{9D8B030D-6E8A-4147-A177-3AD203B41FA5}">
                      <a16:colId xmlns:a16="http://schemas.microsoft.com/office/drawing/2014/main" val="3016791630"/>
                    </a:ext>
                  </a:extLst>
                </a:gridCol>
                <a:gridCol w="1055251">
                  <a:extLst>
                    <a:ext uri="{9D8B030D-6E8A-4147-A177-3AD203B41FA5}">
                      <a16:colId xmlns:a16="http://schemas.microsoft.com/office/drawing/2014/main" val="3893832984"/>
                    </a:ext>
                  </a:extLst>
                </a:gridCol>
                <a:gridCol w="806954">
                  <a:extLst>
                    <a:ext uri="{9D8B030D-6E8A-4147-A177-3AD203B41FA5}">
                      <a16:colId xmlns:a16="http://schemas.microsoft.com/office/drawing/2014/main" val="1511211529"/>
                    </a:ext>
                  </a:extLst>
                </a:gridCol>
                <a:gridCol w="736112">
                  <a:extLst>
                    <a:ext uri="{9D8B030D-6E8A-4147-A177-3AD203B41FA5}">
                      <a16:colId xmlns:a16="http://schemas.microsoft.com/office/drawing/2014/main" val="383881189"/>
                    </a:ext>
                  </a:extLst>
                </a:gridCol>
                <a:gridCol w="1047663">
                  <a:extLst>
                    <a:ext uri="{9D8B030D-6E8A-4147-A177-3AD203B41FA5}">
                      <a16:colId xmlns:a16="http://schemas.microsoft.com/office/drawing/2014/main" val="4179439269"/>
                    </a:ext>
                  </a:extLst>
                </a:gridCol>
                <a:gridCol w="878684">
                  <a:extLst>
                    <a:ext uri="{9D8B030D-6E8A-4147-A177-3AD203B41FA5}">
                      <a16:colId xmlns:a16="http://schemas.microsoft.com/office/drawing/2014/main" val="1776086817"/>
                    </a:ext>
                  </a:extLst>
                </a:gridCol>
                <a:gridCol w="839962">
                  <a:extLst>
                    <a:ext uri="{9D8B030D-6E8A-4147-A177-3AD203B41FA5}">
                      <a16:colId xmlns:a16="http://schemas.microsoft.com/office/drawing/2014/main" val="1548706016"/>
                    </a:ext>
                  </a:extLst>
                </a:gridCol>
                <a:gridCol w="354952">
                  <a:extLst>
                    <a:ext uri="{9D8B030D-6E8A-4147-A177-3AD203B41FA5}">
                      <a16:colId xmlns:a16="http://schemas.microsoft.com/office/drawing/2014/main" val="1770207074"/>
                    </a:ext>
                  </a:extLst>
                </a:gridCol>
              </a:tblGrid>
              <a:tr h="307540">
                <a:tc rowSpan="2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 – Aug'26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 – Aug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085403"/>
                  </a:ext>
                </a:extLst>
              </a:tr>
              <a:tr h="114356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 </a:t>
                      </a:r>
                    </a:p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 Aug'26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Aug'25</a:t>
                      </a:r>
                    </a:p>
                    <a:p>
                      <a:pPr algn="ctr"/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Bud</a:t>
                      </a:r>
                    </a:p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 Aug'26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899556"/>
                  </a:ext>
                </a:extLst>
              </a:tr>
              <a:tr h="361125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Revenue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456670"/>
                  </a:ext>
                </a:extLst>
              </a:tr>
              <a:tr h="361125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Operating Cost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811795"/>
                  </a:ext>
                </a:extLst>
              </a:tr>
              <a:tr h="361125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EBITDA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553102"/>
                  </a:ext>
                </a:extLst>
              </a:tr>
              <a:tr h="361125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Dep’n &amp; Amortization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378779"/>
                  </a:ext>
                </a:extLst>
              </a:tr>
              <a:tr h="361125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EBIT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249036"/>
                  </a:ext>
                </a:extLst>
              </a:tr>
              <a:tr h="361125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 Finance Cost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485745"/>
                  </a:ext>
                </a:extLst>
              </a:tr>
              <a:tr h="361125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 Income *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124688"/>
                  </a:ext>
                </a:extLst>
              </a:tr>
              <a:tr h="361125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Taxation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199662"/>
                  </a:ext>
                </a:extLst>
              </a:tr>
              <a:tr h="361125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NPAT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461327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Performance Metrics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904193"/>
                  </a:ext>
                </a:extLst>
              </a:tr>
              <a:tr h="324744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EBITDA Margin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587410"/>
                  </a:ext>
                </a:extLst>
              </a:tr>
              <a:tr h="324744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EBIT Margin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74106"/>
                  </a:ext>
                </a:extLst>
              </a:tr>
              <a:tr h="324744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NPAT Margin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389306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D50666AC-04E3-3F48-A322-4AEFFB5104CF}" type="slidenum">
              <a:rPr lang="x-none" smtClean="0"/>
              <a:pPr>
                <a:defRPr/>
              </a:pPr>
              <a:t>1</a:t>
            </a:fld>
            <a:endParaRPr lang="x-none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2701771-4587-76A3-BAF4-FB275956DA88}"/>
              </a:ext>
            </a:extLst>
          </p:cNvPr>
          <p:cNvCxnSpPr>
            <a:cxnSpLocks/>
          </p:cNvCxnSpPr>
          <p:nvPr/>
        </p:nvCxnSpPr>
        <p:spPr>
          <a:xfrm>
            <a:off x="137945" y="472877"/>
            <a:ext cx="10638296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1B32A24-0D50-F81A-7DFD-1E60A12D1C0C}"/>
              </a:ext>
            </a:extLst>
          </p:cNvPr>
          <p:cNvSpPr txBox="1"/>
          <p:nvPr/>
        </p:nvSpPr>
        <p:spPr>
          <a:xfrm>
            <a:off x="10571633" y="314249"/>
            <a:ext cx="999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&lt; Rs. Mn 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F1B378-7943-9C7C-E7CF-0AFC43BC5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484" y="6522358"/>
            <a:ext cx="726831" cy="3651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EDD08C-25BA-2AF7-DC3E-CE17BDB56C63}"/>
              </a:ext>
            </a:extLst>
          </p:cNvPr>
          <p:cNvSpPr txBox="1"/>
          <p:nvPr/>
        </p:nvSpPr>
        <p:spPr>
          <a:xfrm>
            <a:off x="29687" y="6693134"/>
            <a:ext cx="123249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* The other income includes the dividend received, foreign exchange gain/(loss) &amp; share of profits from associate company.</a:t>
            </a:r>
          </a:p>
        </p:txBody>
      </p:sp>
    </p:spTree>
    <p:extLst>
      <p:ext uri="{BB962C8B-B14F-4D97-AF65-F5344CB8AC3E}">
        <p14:creationId xmlns:p14="http://schemas.microsoft.com/office/powerpoint/2010/main" val="853801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2D0B4-75AF-E40F-E449-F1FE1D52B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6169E-E5AA-8DA8-A2D3-000FF0B1F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697" y="94768"/>
            <a:ext cx="10515600" cy="503701"/>
          </a:xfrm>
        </p:spPr>
        <p:txBody>
          <a:bodyPr/>
          <a:lstStyle/>
          <a:p>
            <a:r>
              <a:rPr lang="en-US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Executive Summary – Fixed Business (SLT Company)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1DE974-EDF9-EC16-694E-043C0DD01D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D50666AC-04E3-3F48-A322-4AEFFB5104CF}" type="slidenum">
              <a:rPr lang="x-none" smtClean="0"/>
              <a:pPr>
                <a:defRPr/>
              </a:pPr>
              <a:t>2</a:t>
            </a:fld>
            <a:endParaRPr lang="x-none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25AECC8-4F49-2939-5DD0-17C8630455BC}"/>
              </a:ext>
            </a:extLst>
          </p:cNvPr>
          <p:cNvCxnSpPr>
            <a:cxnSpLocks/>
          </p:cNvCxnSpPr>
          <p:nvPr/>
        </p:nvCxnSpPr>
        <p:spPr>
          <a:xfrm>
            <a:off x="442430" y="534321"/>
            <a:ext cx="10638296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0B60DEC-1259-3985-F8BB-7400A9B898D7}"/>
              </a:ext>
            </a:extLst>
          </p:cNvPr>
          <p:cNvSpPr txBox="1"/>
          <p:nvPr/>
        </p:nvSpPr>
        <p:spPr>
          <a:xfrm>
            <a:off x="10581149" y="244918"/>
            <a:ext cx="999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&lt; Rs. Mn 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56E3B0-99DC-6EBD-3571-038AFCE26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800" y="6356351"/>
            <a:ext cx="726831" cy="365124"/>
          </a:xfrm>
          <a:prstGeom prst="rect">
            <a:avLst/>
          </a:prstGeom>
        </p:spPr>
      </p:pic>
      <p:graphicFrame>
        <p:nvGraphicFramePr>
          <p:cNvPr id="11" name="Content Placeholder 5">
            <a:extLst>
              <a:ext uri="{FF2B5EF4-FFF2-40B4-BE49-F238E27FC236}">
                <a16:creationId xmlns:a16="http://schemas.microsoft.com/office/drawing/2014/main" id="{FF1F6C3E-829E-5A35-0575-A2C27EC0736C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1587958490"/>
              </p:ext>
            </p:extLst>
          </p:nvPr>
        </p:nvGraphicFramePr>
        <p:xfrm>
          <a:off x="190756" y="546728"/>
          <a:ext cx="11660721" cy="6183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35991">
                  <a:extLst>
                    <a:ext uri="{9D8B030D-6E8A-4147-A177-3AD203B41FA5}">
                      <a16:colId xmlns:a16="http://schemas.microsoft.com/office/drawing/2014/main" val="418803764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68860253"/>
                    </a:ext>
                  </a:extLst>
                </a:gridCol>
                <a:gridCol w="859362">
                  <a:extLst>
                    <a:ext uri="{9D8B030D-6E8A-4147-A177-3AD203B41FA5}">
                      <a16:colId xmlns:a16="http://schemas.microsoft.com/office/drawing/2014/main" val="4222022756"/>
                    </a:ext>
                  </a:extLst>
                </a:gridCol>
                <a:gridCol w="838365">
                  <a:extLst>
                    <a:ext uri="{9D8B030D-6E8A-4147-A177-3AD203B41FA5}">
                      <a16:colId xmlns:a16="http://schemas.microsoft.com/office/drawing/2014/main" val="2208670707"/>
                    </a:ext>
                  </a:extLst>
                </a:gridCol>
                <a:gridCol w="715074">
                  <a:extLst>
                    <a:ext uri="{9D8B030D-6E8A-4147-A177-3AD203B41FA5}">
                      <a16:colId xmlns:a16="http://schemas.microsoft.com/office/drawing/2014/main" val="3041891119"/>
                    </a:ext>
                  </a:extLst>
                </a:gridCol>
                <a:gridCol w="885648">
                  <a:extLst>
                    <a:ext uri="{9D8B030D-6E8A-4147-A177-3AD203B41FA5}">
                      <a16:colId xmlns:a16="http://schemas.microsoft.com/office/drawing/2014/main" val="25427125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54006502"/>
                    </a:ext>
                  </a:extLst>
                </a:gridCol>
                <a:gridCol w="928220">
                  <a:extLst>
                    <a:ext uri="{9D8B030D-6E8A-4147-A177-3AD203B41FA5}">
                      <a16:colId xmlns:a16="http://schemas.microsoft.com/office/drawing/2014/main" val="3016791630"/>
                    </a:ext>
                  </a:extLst>
                </a:gridCol>
                <a:gridCol w="1029775">
                  <a:extLst>
                    <a:ext uri="{9D8B030D-6E8A-4147-A177-3AD203B41FA5}">
                      <a16:colId xmlns:a16="http://schemas.microsoft.com/office/drawing/2014/main" val="3893832984"/>
                    </a:ext>
                  </a:extLst>
                </a:gridCol>
                <a:gridCol w="787474">
                  <a:extLst>
                    <a:ext uri="{9D8B030D-6E8A-4147-A177-3AD203B41FA5}">
                      <a16:colId xmlns:a16="http://schemas.microsoft.com/office/drawing/2014/main" val="1511211529"/>
                    </a:ext>
                  </a:extLst>
                </a:gridCol>
                <a:gridCol w="718342">
                  <a:extLst>
                    <a:ext uri="{9D8B030D-6E8A-4147-A177-3AD203B41FA5}">
                      <a16:colId xmlns:a16="http://schemas.microsoft.com/office/drawing/2014/main" val="383881189"/>
                    </a:ext>
                  </a:extLst>
                </a:gridCol>
                <a:gridCol w="1022372">
                  <a:extLst>
                    <a:ext uri="{9D8B030D-6E8A-4147-A177-3AD203B41FA5}">
                      <a16:colId xmlns:a16="http://schemas.microsoft.com/office/drawing/2014/main" val="4179439269"/>
                    </a:ext>
                  </a:extLst>
                </a:gridCol>
                <a:gridCol w="857472">
                  <a:extLst>
                    <a:ext uri="{9D8B030D-6E8A-4147-A177-3AD203B41FA5}">
                      <a16:colId xmlns:a16="http://schemas.microsoft.com/office/drawing/2014/main" val="1776086817"/>
                    </a:ext>
                  </a:extLst>
                </a:gridCol>
                <a:gridCol w="819683">
                  <a:extLst>
                    <a:ext uri="{9D8B030D-6E8A-4147-A177-3AD203B41FA5}">
                      <a16:colId xmlns:a16="http://schemas.microsoft.com/office/drawing/2014/main" val="1548706016"/>
                    </a:ext>
                  </a:extLst>
                </a:gridCol>
                <a:gridCol w="346383">
                  <a:extLst>
                    <a:ext uri="{9D8B030D-6E8A-4147-A177-3AD203B41FA5}">
                      <a16:colId xmlns:a16="http://schemas.microsoft.com/office/drawing/2014/main" val="1770207074"/>
                    </a:ext>
                  </a:extLst>
                </a:gridCol>
              </a:tblGrid>
              <a:tr h="297198">
                <a:tc rowSpan="2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 – Aug'26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 – Aug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085403"/>
                  </a:ext>
                </a:extLst>
              </a:tr>
              <a:tr h="1129354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 </a:t>
                      </a:r>
                    </a:p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 Aug'26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Aug'25</a:t>
                      </a:r>
                    </a:p>
                    <a:p>
                      <a:pPr algn="ctr"/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Bud</a:t>
                      </a:r>
                    </a:p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 Aug'26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899556"/>
                  </a:ext>
                </a:extLst>
              </a:tr>
              <a:tr h="356638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Revenue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456670"/>
                  </a:ext>
                </a:extLst>
              </a:tr>
              <a:tr h="356638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Operating Cost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811795"/>
                  </a:ext>
                </a:extLst>
              </a:tr>
              <a:tr h="430464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EBITDA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553102"/>
                  </a:ext>
                </a:extLst>
              </a:tr>
              <a:tr h="445797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Dep’n &amp; Amortization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378779"/>
                  </a:ext>
                </a:extLst>
              </a:tr>
              <a:tr h="356638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EBIT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249036"/>
                  </a:ext>
                </a:extLst>
              </a:tr>
              <a:tr h="356638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 Finance Cost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485745"/>
                  </a:ext>
                </a:extLst>
              </a:tr>
              <a:tr h="356638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 Income*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124688"/>
                  </a:ext>
                </a:extLst>
              </a:tr>
              <a:tr h="356638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Taxation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199662"/>
                  </a:ext>
                </a:extLst>
              </a:tr>
              <a:tr h="356638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NPAT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461327"/>
                  </a:ext>
                </a:extLst>
              </a:tr>
              <a:tr h="445797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Performance Metrics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904193"/>
                  </a:ext>
                </a:extLst>
              </a:tr>
              <a:tr h="293170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EBITDA Margin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587410"/>
                  </a:ext>
                </a:extLst>
              </a:tr>
              <a:tr h="293170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EBIT Margin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74106"/>
                  </a:ext>
                </a:extLst>
              </a:tr>
              <a:tr h="293170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NPAT Margin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38930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F1DC8A6-A32D-89DA-3544-8B284DC5DA87}"/>
              </a:ext>
            </a:extLst>
          </p:cNvPr>
          <p:cNvSpPr txBox="1"/>
          <p:nvPr/>
        </p:nvSpPr>
        <p:spPr>
          <a:xfrm>
            <a:off x="111369" y="6674041"/>
            <a:ext cx="123249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* The other income includes the dividend received, foreign exchange gain/(loss) &amp; share of profits from associate company.</a:t>
            </a:r>
          </a:p>
        </p:txBody>
      </p:sp>
    </p:spTree>
    <p:extLst>
      <p:ext uri="{BB962C8B-B14F-4D97-AF65-F5344CB8AC3E}">
        <p14:creationId xmlns:p14="http://schemas.microsoft.com/office/powerpoint/2010/main" val="4142351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646" y="-530760"/>
            <a:ext cx="11287322" cy="1508685"/>
          </a:xfrm>
        </p:spPr>
        <p:txBody>
          <a:bodyPr/>
          <a:lstStyle/>
          <a:p>
            <a:r>
              <a:rPr lang="en-US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Executive Summary – Mobitel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D50666AC-04E3-3F48-A322-4AEFFB5104CF}" type="slidenum">
              <a:rPr lang="x-none" smtClean="0"/>
              <a:pPr>
                <a:defRPr/>
              </a:pPr>
              <a:t>3</a:t>
            </a:fld>
            <a:endParaRPr lang="x-none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2701771-4587-76A3-BAF4-FB275956DA88}"/>
              </a:ext>
            </a:extLst>
          </p:cNvPr>
          <p:cNvCxnSpPr>
            <a:cxnSpLocks/>
          </p:cNvCxnSpPr>
          <p:nvPr/>
        </p:nvCxnSpPr>
        <p:spPr>
          <a:xfrm>
            <a:off x="141642" y="389866"/>
            <a:ext cx="10080333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6128D89-8E8C-9E66-21CC-53DCBB606E8E}"/>
              </a:ext>
            </a:extLst>
          </p:cNvPr>
          <p:cNvSpPr txBox="1"/>
          <p:nvPr/>
        </p:nvSpPr>
        <p:spPr>
          <a:xfrm>
            <a:off x="11268914" y="85084"/>
            <a:ext cx="1096108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&lt; Rs. Mn 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F42EAC-EA8A-FC55-119A-361AE3E54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356351"/>
            <a:ext cx="726831" cy="365124"/>
          </a:xfrm>
          <a:prstGeom prst="rect">
            <a:avLst/>
          </a:prstGeom>
        </p:spPr>
      </p:pic>
      <p:graphicFrame>
        <p:nvGraphicFramePr>
          <p:cNvPr id="11" name="Content Placeholder 5">
            <a:extLst>
              <a:ext uri="{FF2B5EF4-FFF2-40B4-BE49-F238E27FC236}">
                <a16:creationId xmlns:a16="http://schemas.microsoft.com/office/drawing/2014/main" id="{14FFF45C-18D5-0F2A-D74D-FBF5D797F971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2786858125"/>
              </p:ext>
            </p:extLst>
          </p:nvPr>
        </p:nvGraphicFramePr>
        <p:xfrm>
          <a:off x="375032" y="412115"/>
          <a:ext cx="11158206" cy="627134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94184">
                  <a:extLst>
                    <a:ext uri="{9D8B030D-6E8A-4147-A177-3AD203B41FA5}">
                      <a16:colId xmlns:a16="http://schemas.microsoft.com/office/drawing/2014/main" val="4188037646"/>
                    </a:ext>
                  </a:extLst>
                </a:gridCol>
                <a:gridCol w="213315">
                  <a:extLst>
                    <a:ext uri="{9D8B030D-6E8A-4147-A177-3AD203B41FA5}">
                      <a16:colId xmlns:a16="http://schemas.microsoft.com/office/drawing/2014/main" val="3968860253"/>
                    </a:ext>
                  </a:extLst>
                </a:gridCol>
                <a:gridCol w="644246">
                  <a:extLst>
                    <a:ext uri="{9D8B030D-6E8A-4147-A177-3AD203B41FA5}">
                      <a16:colId xmlns:a16="http://schemas.microsoft.com/office/drawing/2014/main" val="4222022756"/>
                    </a:ext>
                  </a:extLst>
                </a:gridCol>
                <a:gridCol w="813958">
                  <a:extLst>
                    <a:ext uri="{9D8B030D-6E8A-4147-A177-3AD203B41FA5}">
                      <a16:colId xmlns:a16="http://schemas.microsoft.com/office/drawing/2014/main" val="2208670707"/>
                    </a:ext>
                  </a:extLst>
                </a:gridCol>
                <a:gridCol w="694256">
                  <a:extLst>
                    <a:ext uri="{9D8B030D-6E8A-4147-A177-3AD203B41FA5}">
                      <a16:colId xmlns:a16="http://schemas.microsoft.com/office/drawing/2014/main" val="3041891119"/>
                    </a:ext>
                  </a:extLst>
                </a:gridCol>
                <a:gridCol w="771084">
                  <a:extLst>
                    <a:ext uri="{9D8B030D-6E8A-4147-A177-3AD203B41FA5}">
                      <a16:colId xmlns:a16="http://schemas.microsoft.com/office/drawing/2014/main" val="2542712564"/>
                    </a:ext>
                  </a:extLst>
                </a:gridCol>
                <a:gridCol w="306965">
                  <a:extLst>
                    <a:ext uri="{9D8B030D-6E8A-4147-A177-3AD203B41FA5}">
                      <a16:colId xmlns:a16="http://schemas.microsoft.com/office/drawing/2014/main" val="3554006502"/>
                    </a:ext>
                  </a:extLst>
                </a:gridCol>
                <a:gridCol w="901196">
                  <a:extLst>
                    <a:ext uri="{9D8B030D-6E8A-4147-A177-3AD203B41FA5}">
                      <a16:colId xmlns:a16="http://schemas.microsoft.com/office/drawing/2014/main" val="3016791630"/>
                    </a:ext>
                  </a:extLst>
                </a:gridCol>
                <a:gridCol w="999793">
                  <a:extLst>
                    <a:ext uri="{9D8B030D-6E8A-4147-A177-3AD203B41FA5}">
                      <a16:colId xmlns:a16="http://schemas.microsoft.com/office/drawing/2014/main" val="3893832984"/>
                    </a:ext>
                  </a:extLst>
                </a:gridCol>
                <a:gridCol w="764546">
                  <a:extLst>
                    <a:ext uri="{9D8B030D-6E8A-4147-A177-3AD203B41FA5}">
                      <a16:colId xmlns:a16="http://schemas.microsoft.com/office/drawing/2014/main" val="1511211529"/>
                    </a:ext>
                  </a:extLst>
                </a:gridCol>
                <a:gridCol w="697429">
                  <a:extLst>
                    <a:ext uri="{9D8B030D-6E8A-4147-A177-3AD203B41FA5}">
                      <a16:colId xmlns:a16="http://schemas.microsoft.com/office/drawing/2014/main" val="383881189"/>
                    </a:ext>
                  </a:extLst>
                </a:gridCol>
                <a:gridCol w="992607">
                  <a:extLst>
                    <a:ext uri="{9D8B030D-6E8A-4147-A177-3AD203B41FA5}">
                      <a16:colId xmlns:a16="http://schemas.microsoft.com/office/drawing/2014/main" val="4179439269"/>
                    </a:ext>
                  </a:extLst>
                </a:gridCol>
                <a:gridCol w="832509">
                  <a:extLst>
                    <a:ext uri="{9D8B030D-6E8A-4147-A177-3AD203B41FA5}">
                      <a16:colId xmlns:a16="http://schemas.microsoft.com/office/drawing/2014/main" val="1776086817"/>
                    </a:ext>
                  </a:extLst>
                </a:gridCol>
                <a:gridCol w="795819">
                  <a:extLst>
                    <a:ext uri="{9D8B030D-6E8A-4147-A177-3AD203B41FA5}">
                      <a16:colId xmlns:a16="http://schemas.microsoft.com/office/drawing/2014/main" val="1548706016"/>
                    </a:ext>
                  </a:extLst>
                </a:gridCol>
                <a:gridCol w="336299">
                  <a:extLst>
                    <a:ext uri="{9D8B030D-6E8A-4147-A177-3AD203B41FA5}">
                      <a16:colId xmlns:a16="http://schemas.microsoft.com/office/drawing/2014/main" val="1770207074"/>
                    </a:ext>
                  </a:extLst>
                </a:gridCol>
              </a:tblGrid>
              <a:tr h="300840">
                <a:tc rowSpan="2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 – Aug'26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 – Aug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085403"/>
                  </a:ext>
                </a:extLst>
              </a:tr>
              <a:tr h="96901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 </a:t>
                      </a:r>
                    </a:p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 Aug'26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Aug'25</a:t>
                      </a:r>
                    </a:p>
                    <a:p>
                      <a:pPr algn="ctr"/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Bud</a:t>
                      </a:r>
                    </a:p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 Aug'26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899556"/>
                  </a:ext>
                </a:extLst>
              </a:tr>
              <a:tr h="361008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Revenue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456670"/>
                  </a:ext>
                </a:extLst>
              </a:tr>
              <a:tr h="361008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Operating Cost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811795"/>
                  </a:ext>
                </a:extLst>
              </a:tr>
              <a:tr h="361008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EBITDA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553102"/>
                  </a:ext>
                </a:extLst>
              </a:tr>
              <a:tr h="451260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Dep’n &amp; Amortization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378779"/>
                  </a:ext>
                </a:extLst>
              </a:tr>
              <a:tr h="361008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EBIT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249036"/>
                  </a:ext>
                </a:extLst>
              </a:tr>
              <a:tr h="361008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 Finance Cost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485745"/>
                  </a:ext>
                </a:extLst>
              </a:tr>
              <a:tr h="361008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 Income*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124688"/>
                  </a:ext>
                </a:extLst>
              </a:tr>
              <a:tr h="361008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Taxation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199662"/>
                  </a:ext>
                </a:extLst>
              </a:tr>
              <a:tr h="361008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NPAT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461327"/>
                  </a:ext>
                </a:extLst>
              </a:tr>
              <a:tr h="631763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Performance Metrics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904193"/>
                  </a:ext>
                </a:extLst>
              </a:tr>
              <a:tr h="270756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EBITDA Margin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587410"/>
                  </a:ext>
                </a:extLst>
              </a:tr>
              <a:tr h="270756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EBIT Margin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74106"/>
                  </a:ext>
                </a:extLst>
              </a:tr>
              <a:tr h="270756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NPAT Margin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38930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5F46FD4-4052-E4B2-4A0A-58D25FB63CE4}"/>
              </a:ext>
            </a:extLst>
          </p:cNvPr>
          <p:cNvSpPr txBox="1"/>
          <p:nvPr/>
        </p:nvSpPr>
        <p:spPr>
          <a:xfrm>
            <a:off x="-132954" y="6639499"/>
            <a:ext cx="123249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* The other income includes the dividend received, foreign exchange gain/(loss) &amp; share of profits from associate company.</a:t>
            </a:r>
          </a:p>
        </p:txBody>
      </p:sp>
    </p:spTree>
    <p:extLst>
      <p:ext uri="{BB962C8B-B14F-4D97-AF65-F5344CB8AC3E}">
        <p14:creationId xmlns:p14="http://schemas.microsoft.com/office/powerpoint/2010/main" val="83551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13AC7-224C-CCAB-1835-1C0E58B53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BEB07-4AD5-4BD1-BB38-0086EC41A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646" y="-530760"/>
            <a:ext cx="11287322" cy="1508685"/>
          </a:xfrm>
        </p:spPr>
        <p:txBody>
          <a:bodyPr/>
          <a:lstStyle/>
          <a:p>
            <a:r>
              <a:rPr lang="en-US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Executive Summary – SLTS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B528A2-AFD0-062A-42A8-9A4D3C6CDC4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D50666AC-04E3-3F48-A322-4AEFFB5104CF}" type="slidenum">
              <a:rPr lang="x-none" smtClean="0"/>
              <a:pPr>
                <a:defRPr/>
              </a:pPr>
              <a:t>4</a:t>
            </a:fld>
            <a:endParaRPr lang="x-none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97F8EB-4B65-F6A2-C00C-0482F2DA832A}"/>
              </a:ext>
            </a:extLst>
          </p:cNvPr>
          <p:cNvCxnSpPr>
            <a:cxnSpLocks/>
          </p:cNvCxnSpPr>
          <p:nvPr/>
        </p:nvCxnSpPr>
        <p:spPr>
          <a:xfrm>
            <a:off x="141642" y="389866"/>
            <a:ext cx="10080333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98B5EAD-387A-772D-764E-0D92EFF1ADEE}"/>
              </a:ext>
            </a:extLst>
          </p:cNvPr>
          <p:cNvSpPr txBox="1"/>
          <p:nvPr/>
        </p:nvSpPr>
        <p:spPr>
          <a:xfrm>
            <a:off x="11268914" y="85084"/>
            <a:ext cx="1096108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&lt; Rs. Mn 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6E3AD3-870A-8920-DF0B-892C05BBF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356351"/>
            <a:ext cx="726831" cy="3651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05BCA6-727B-1110-888E-FFF30E691814}"/>
              </a:ext>
            </a:extLst>
          </p:cNvPr>
          <p:cNvSpPr txBox="1"/>
          <p:nvPr/>
        </p:nvSpPr>
        <p:spPr>
          <a:xfrm>
            <a:off x="-132954" y="6639499"/>
            <a:ext cx="123249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* The other income includes the dividend received, foreign exchange gain/(loss) &amp; share of profits from associate company.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B186A177-2973-28C8-1FB7-165F002E784F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1258182719"/>
              </p:ext>
            </p:extLst>
          </p:nvPr>
        </p:nvGraphicFramePr>
        <p:xfrm>
          <a:off x="185248" y="437613"/>
          <a:ext cx="11690282" cy="6014266"/>
        </p:xfrm>
        <a:graphic>
          <a:graphicData uri="http://schemas.openxmlformats.org/drawingml/2006/table">
            <a:tbl>
              <a:tblPr/>
              <a:tblGrid>
                <a:gridCol w="2185878">
                  <a:extLst>
                    <a:ext uri="{9D8B030D-6E8A-4147-A177-3AD203B41FA5}">
                      <a16:colId xmlns:a16="http://schemas.microsoft.com/office/drawing/2014/main" val="1493934106"/>
                    </a:ext>
                  </a:extLst>
                </a:gridCol>
                <a:gridCol w="113324">
                  <a:extLst>
                    <a:ext uri="{9D8B030D-6E8A-4147-A177-3AD203B41FA5}">
                      <a16:colId xmlns:a16="http://schemas.microsoft.com/office/drawing/2014/main" val="2971810333"/>
                    </a:ext>
                  </a:extLst>
                </a:gridCol>
                <a:gridCol w="967295">
                  <a:extLst>
                    <a:ext uri="{9D8B030D-6E8A-4147-A177-3AD203B41FA5}">
                      <a16:colId xmlns:a16="http://schemas.microsoft.com/office/drawing/2014/main" val="2215853751"/>
                    </a:ext>
                  </a:extLst>
                </a:gridCol>
                <a:gridCol w="700708">
                  <a:extLst>
                    <a:ext uri="{9D8B030D-6E8A-4147-A177-3AD203B41FA5}">
                      <a16:colId xmlns:a16="http://schemas.microsoft.com/office/drawing/2014/main" val="1561692700"/>
                    </a:ext>
                  </a:extLst>
                </a:gridCol>
                <a:gridCol w="700708">
                  <a:extLst>
                    <a:ext uri="{9D8B030D-6E8A-4147-A177-3AD203B41FA5}">
                      <a16:colId xmlns:a16="http://schemas.microsoft.com/office/drawing/2014/main" val="711841676"/>
                    </a:ext>
                  </a:extLst>
                </a:gridCol>
                <a:gridCol w="757161">
                  <a:extLst>
                    <a:ext uri="{9D8B030D-6E8A-4147-A177-3AD203B41FA5}">
                      <a16:colId xmlns:a16="http://schemas.microsoft.com/office/drawing/2014/main" val="3929060224"/>
                    </a:ext>
                  </a:extLst>
                </a:gridCol>
                <a:gridCol w="104661">
                  <a:extLst>
                    <a:ext uri="{9D8B030D-6E8A-4147-A177-3AD203B41FA5}">
                      <a16:colId xmlns:a16="http://schemas.microsoft.com/office/drawing/2014/main" val="2368173033"/>
                    </a:ext>
                  </a:extLst>
                </a:gridCol>
                <a:gridCol w="1324914">
                  <a:extLst>
                    <a:ext uri="{9D8B030D-6E8A-4147-A177-3AD203B41FA5}">
                      <a16:colId xmlns:a16="http://schemas.microsoft.com/office/drawing/2014/main" val="694230254"/>
                    </a:ext>
                  </a:extLst>
                </a:gridCol>
                <a:gridCol w="943897">
                  <a:extLst>
                    <a:ext uri="{9D8B030D-6E8A-4147-A177-3AD203B41FA5}">
                      <a16:colId xmlns:a16="http://schemas.microsoft.com/office/drawing/2014/main" val="2416931893"/>
                    </a:ext>
                  </a:extLst>
                </a:gridCol>
                <a:gridCol w="848032">
                  <a:extLst>
                    <a:ext uri="{9D8B030D-6E8A-4147-A177-3AD203B41FA5}">
                      <a16:colId xmlns:a16="http://schemas.microsoft.com/office/drawing/2014/main" val="4067809932"/>
                    </a:ext>
                  </a:extLst>
                </a:gridCol>
                <a:gridCol w="886834">
                  <a:extLst>
                    <a:ext uri="{9D8B030D-6E8A-4147-A177-3AD203B41FA5}">
                      <a16:colId xmlns:a16="http://schemas.microsoft.com/office/drawing/2014/main" val="1941371980"/>
                    </a:ext>
                  </a:extLst>
                </a:gridCol>
                <a:gridCol w="886834">
                  <a:extLst>
                    <a:ext uri="{9D8B030D-6E8A-4147-A177-3AD203B41FA5}">
                      <a16:colId xmlns:a16="http://schemas.microsoft.com/office/drawing/2014/main" val="2191585701"/>
                    </a:ext>
                  </a:extLst>
                </a:gridCol>
                <a:gridCol w="635018">
                  <a:extLst>
                    <a:ext uri="{9D8B030D-6E8A-4147-A177-3AD203B41FA5}">
                      <a16:colId xmlns:a16="http://schemas.microsoft.com/office/drawing/2014/main" val="3373304628"/>
                    </a:ext>
                  </a:extLst>
                </a:gridCol>
                <a:gridCol w="635018">
                  <a:extLst>
                    <a:ext uri="{9D8B030D-6E8A-4147-A177-3AD203B41FA5}">
                      <a16:colId xmlns:a16="http://schemas.microsoft.com/office/drawing/2014/main" val="3749797315"/>
                    </a:ext>
                  </a:extLst>
                </a:gridCol>
              </a:tblGrid>
              <a:tr h="228844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4808" marR="4808" marT="48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A3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57700" marR="4808" marT="48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B304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 – Aug'26</a:t>
                      </a:r>
                    </a:p>
                  </a:txBody>
                  <a:tcPr marL="4808" marR="4808" marT="48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57700" marR="4808" marT="48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B304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 – Aug</a:t>
                      </a:r>
                    </a:p>
                  </a:txBody>
                  <a:tcPr marL="4808" marR="4808" marT="48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998575"/>
                  </a:ext>
                </a:extLst>
              </a:tr>
              <a:tr h="1815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B304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</a:t>
                      </a:r>
                    </a:p>
                  </a:txBody>
                  <a:tcPr marL="4808" marR="4808" marT="48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A3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B304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Bud</a:t>
                      </a:r>
                    </a:p>
                  </a:txBody>
                  <a:tcPr marL="4808" marR="4808" marT="48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A3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B304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</a:t>
                      </a:r>
                    </a:p>
                  </a:txBody>
                  <a:tcPr marL="4808" marR="4808" marT="48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A3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B304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4808" marR="4808" marT="48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A3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4808" marR="4808" marT="48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B304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 </a:t>
                      </a:r>
                    </a:p>
                  </a:txBody>
                  <a:tcPr marL="4808" marR="4808" marT="48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B304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 </a:t>
                      </a:r>
                    </a:p>
                  </a:txBody>
                  <a:tcPr marL="4808" marR="4808" marT="48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A3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B304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</a:t>
                      </a:r>
                    </a:p>
                  </a:txBody>
                  <a:tcPr marL="4808" marR="4808" marT="48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A3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B304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4808" marR="4808" marT="48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B304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Bud</a:t>
                      </a:r>
                    </a:p>
                  </a:txBody>
                  <a:tcPr marL="4808" marR="4808" marT="48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A3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B304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</a:t>
                      </a:r>
                    </a:p>
                  </a:txBody>
                  <a:tcPr marL="4808" marR="4808" marT="48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A3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B304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4808" marR="4808" marT="48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426649"/>
                  </a:ext>
                </a:extLst>
              </a:tr>
              <a:tr h="3567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B304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 </a:t>
                      </a:r>
                    </a:p>
                  </a:txBody>
                  <a:tcPr marL="4808" marR="4808" marT="48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B304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</a:t>
                      </a:r>
                    </a:p>
                  </a:txBody>
                  <a:tcPr marL="4808" marR="4808" marT="48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A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B304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 Aug'26</a:t>
                      </a:r>
                    </a:p>
                  </a:txBody>
                  <a:tcPr marL="4808" marR="4808" marT="48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A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418291"/>
                  </a:ext>
                </a:extLst>
              </a:tr>
              <a:tr h="5256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B304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Aug'26</a:t>
                      </a:r>
                    </a:p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808" marR="4808" marT="48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B304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Aug'25</a:t>
                      </a:r>
                    </a:p>
                  </a:txBody>
                  <a:tcPr marL="4808" marR="4808" marT="48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A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4808" marR="4808" marT="48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A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68182"/>
                  </a:ext>
                </a:extLst>
              </a:tr>
              <a:tr h="3546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Revenue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483655"/>
                  </a:ext>
                </a:extLst>
              </a:tr>
              <a:tr h="3546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Operating Cost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49416"/>
                  </a:ext>
                </a:extLst>
              </a:tr>
              <a:tr h="3546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EBITDA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142829"/>
                  </a:ext>
                </a:extLst>
              </a:tr>
              <a:tr h="3546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Dep’n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&amp; Amortization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245386"/>
                  </a:ext>
                </a:extLst>
              </a:tr>
              <a:tr h="3546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EBIT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068802"/>
                  </a:ext>
                </a:extLst>
              </a:tr>
              <a:tr h="3546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Net Finance Cost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862434"/>
                  </a:ext>
                </a:extLst>
              </a:tr>
              <a:tr h="3546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Exchange Gain/(Loss)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21758"/>
                  </a:ext>
                </a:extLst>
              </a:tr>
              <a:tr h="3546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Other Income*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234234"/>
                  </a:ext>
                </a:extLst>
              </a:tr>
              <a:tr h="3546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Taxation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640929"/>
                  </a:ext>
                </a:extLst>
              </a:tr>
              <a:tr h="3546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NPAT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873614"/>
                  </a:ext>
                </a:extLst>
              </a:tr>
              <a:tr h="29555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Performance Metrics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902367"/>
                  </a:ext>
                </a:extLst>
              </a:tr>
              <a:tr h="2677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EBITDA Margin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147349"/>
                  </a:ext>
                </a:extLst>
              </a:tr>
              <a:tr h="2677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EBIT Margin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911170"/>
                  </a:ext>
                </a:extLst>
              </a:tr>
              <a:tr h="2677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NPAT Margin 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18288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084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417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10072" y="85218"/>
            <a:ext cx="7478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Financials 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353776" y="535602"/>
            <a:ext cx="10809031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718BDD6-F727-48CC-AC67-900BE4263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665417"/>
              </p:ext>
            </p:extLst>
          </p:nvPr>
        </p:nvGraphicFramePr>
        <p:xfrm>
          <a:off x="597592" y="757229"/>
          <a:ext cx="10565214" cy="556643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24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83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8310">
                  <a:extLst>
                    <a:ext uri="{9D8B030D-6E8A-4147-A177-3AD203B41FA5}">
                      <a16:colId xmlns:a16="http://schemas.microsoft.com/office/drawing/2014/main" val="951679673"/>
                    </a:ext>
                  </a:extLst>
                </a:gridCol>
                <a:gridCol w="838926">
                  <a:extLst>
                    <a:ext uri="{9D8B030D-6E8A-4147-A177-3AD203B41FA5}">
                      <a16:colId xmlns:a16="http://schemas.microsoft.com/office/drawing/2014/main" val="2434622413"/>
                    </a:ext>
                  </a:extLst>
                </a:gridCol>
                <a:gridCol w="1036507">
                  <a:extLst>
                    <a:ext uri="{9D8B030D-6E8A-4147-A177-3AD203B41FA5}">
                      <a16:colId xmlns:a16="http://schemas.microsoft.com/office/drawing/2014/main" val="3629380808"/>
                    </a:ext>
                  </a:extLst>
                </a:gridCol>
                <a:gridCol w="1001249">
                  <a:extLst>
                    <a:ext uri="{9D8B030D-6E8A-4147-A177-3AD203B41FA5}">
                      <a16:colId xmlns:a16="http://schemas.microsoft.com/office/drawing/2014/main" val="3244628275"/>
                    </a:ext>
                  </a:extLst>
                </a:gridCol>
                <a:gridCol w="1232309">
                  <a:extLst>
                    <a:ext uri="{9D8B030D-6E8A-4147-A177-3AD203B41FA5}">
                      <a16:colId xmlns:a16="http://schemas.microsoft.com/office/drawing/2014/main" val="3074674736"/>
                    </a:ext>
                  </a:extLst>
                </a:gridCol>
                <a:gridCol w="1029825">
                  <a:extLst>
                    <a:ext uri="{9D8B030D-6E8A-4147-A177-3AD203B41FA5}">
                      <a16:colId xmlns:a16="http://schemas.microsoft.com/office/drawing/2014/main" val="1265923792"/>
                    </a:ext>
                  </a:extLst>
                </a:gridCol>
              </a:tblGrid>
              <a:tr h="346403">
                <a:tc rowSpan="2">
                  <a:txBody>
                    <a:bodyPr/>
                    <a:lstStyle/>
                    <a:p>
                      <a:pPr lvl="0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 &amp; Position</a:t>
                      </a:r>
                      <a:endParaRPr lang="en-US" sz="1400" b="0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</a:t>
                      </a:r>
                      <a:r>
                        <a:rPr lang="en-US" sz="14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Aug </a:t>
                      </a: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 Aug</a:t>
                      </a:r>
                      <a:r>
                        <a:rPr lang="en-US" sz="14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215616"/>
                  </a:ext>
                </a:extLst>
              </a:tr>
              <a:tr h="420368">
                <a:tc vMerge="1">
                  <a:txBody>
                    <a:bodyPr/>
                    <a:lstStyle/>
                    <a:p>
                      <a:pPr lvl="0"/>
                      <a:endParaRPr lang="en-US" sz="1600" b="1" i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Var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Var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08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Revenue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08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Direct Cost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08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Gross Profit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65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Selling &amp;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Admin.Cost</a:t>
                      </a:r>
                      <a:r>
                        <a:rPr lang="en-US" sz="1200" u="none" strike="noStrike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12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664477"/>
                  </a:ext>
                </a:extLst>
              </a:tr>
              <a:tr h="41308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EBITDA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08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Depreciation</a:t>
                      </a:r>
                      <a:r>
                        <a:rPr lang="en-US" sz="12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 Amortization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008569"/>
                  </a:ext>
                </a:extLst>
              </a:tr>
              <a:tr h="41308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Operating</a:t>
                      </a:r>
                      <a:r>
                        <a:rPr lang="en-US" sz="1200" b="1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Profit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353498"/>
                  </a:ext>
                </a:extLst>
              </a:tr>
              <a:tr h="3923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EBIT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705012"/>
                  </a:ext>
                </a:extLst>
              </a:tr>
              <a:tr h="3923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NPAT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299056"/>
                  </a:ext>
                </a:extLst>
              </a:tr>
              <a:tr h="24362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u="none" strike="noStrike" kern="12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147523"/>
                  </a:ext>
                </a:extLst>
              </a:tr>
              <a:tr h="20784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strike="noStrike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Performance</a:t>
                      </a:r>
                      <a:r>
                        <a:rPr lang="en-US" sz="1200" b="1" u="none" strike="noStrike" kern="1200" baseline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u="none" strike="noStrike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Metrics</a:t>
                      </a:r>
                      <a:endParaRPr lang="en-US" sz="1200" b="1" u="none" strike="noStrike" kern="12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8801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</a:t>
                      </a:r>
                      <a:r>
                        <a:rPr lang="en-US" sz="12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Margin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784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EBITDA Margin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784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Operating</a:t>
                      </a:r>
                      <a:r>
                        <a:rPr lang="en-US" sz="12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Margin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7841">
                <a:tc>
                  <a:txBody>
                    <a:bodyPr/>
                    <a:lstStyle/>
                    <a:p>
                      <a:pPr marL="0" marR="0" indent="0" algn="l" defTabSz="112271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NPAT Margin</a:t>
                      </a:r>
                      <a:endParaRPr lang="en-US" sz="1200" b="0" i="1" u="none" strike="noStrike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7592" y="6536810"/>
            <a:ext cx="8654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Note- Dividend received from subsidiaries and associate disregarded when calculating PAT Margin</a:t>
            </a:r>
          </a:p>
          <a:p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97139-1344-4BDF-81D7-DA3781D96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21E46-F880-4928-ACF4-F75246700824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B4C9C2-8E72-3C3B-0EBC-29EBDCAED726}"/>
              </a:ext>
            </a:extLst>
          </p:cNvPr>
          <p:cNvSpPr txBox="1"/>
          <p:nvPr/>
        </p:nvSpPr>
        <p:spPr>
          <a:xfrm>
            <a:off x="10163653" y="536503"/>
            <a:ext cx="9991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&lt; Rs. Mn &gt;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740DD8-C692-16E1-10B7-C14CCC683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356351"/>
            <a:ext cx="726831" cy="36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456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1509" y="47069"/>
            <a:ext cx="7478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Financials </a:t>
            </a:r>
          </a:p>
        </p:txBody>
      </p: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494262" y="559669"/>
            <a:ext cx="10638296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718BDD6-F727-48CC-AC67-900BE4263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707579"/>
              </p:ext>
            </p:extLst>
          </p:nvPr>
        </p:nvGraphicFramePr>
        <p:xfrm>
          <a:off x="570980" y="821279"/>
          <a:ext cx="10638296" cy="5448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56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56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5638">
                  <a:extLst>
                    <a:ext uri="{9D8B030D-6E8A-4147-A177-3AD203B41FA5}">
                      <a16:colId xmlns:a16="http://schemas.microsoft.com/office/drawing/2014/main" val="951679673"/>
                    </a:ext>
                  </a:extLst>
                </a:gridCol>
                <a:gridCol w="885550">
                  <a:extLst>
                    <a:ext uri="{9D8B030D-6E8A-4147-A177-3AD203B41FA5}">
                      <a16:colId xmlns:a16="http://schemas.microsoft.com/office/drawing/2014/main" val="2434622413"/>
                    </a:ext>
                  </a:extLst>
                </a:gridCol>
                <a:gridCol w="895657">
                  <a:extLst>
                    <a:ext uri="{9D8B030D-6E8A-4147-A177-3AD203B41FA5}">
                      <a16:colId xmlns:a16="http://schemas.microsoft.com/office/drawing/2014/main" val="3629380808"/>
                    </a:ext>
                  </a:extLst>
                </a:gridCol>
                <a:gridCol w="950942">
                  <a:extLst>
                    <a:ext uri="{9D8B030D-6E8A-4147-A177-3AD203B41FA5}">
                      <a16:colId xmlns:a16="http://schemas.microsoft.com/office/drawing/2014/main" val="3244628275"/>
                    </a:ext>
                  </a:extLst>
                </a:gridCol>
                <a:gridCol w="1170393">
                  <a:extLst>
                    <a:ext uri="{9D8B030D-6E8A-4147-A177-3AD203B41FA5}">
                      <a16:colId xmlns:a16="http://schemas.microsoft.com/office/drawing/2014/main" val="3074674736"/>
                    </a:ext>
                  </a:extLst>
                </a:gridCol>
                <a:gridCol w="978083">
                  <a:extLst>
                    <a:ext uri="{9D8B030D-6E8A-4147-A177-3AD203B41FA5}">
                      <a16:colId xmlns:a16="http://schemas.microsoft.com/office/drawing/2014/main" val="1265923792"/>
                    </a:ext>
                  </a:extLst>
                </a:gridCol>
              </a:tblGrid>
              <a:tr h="334484">
                <a:tc rowSpan="2">
                  <a:txBody>
                    <a:bodyPr/>
                    <a:lstStyle/>
                    <a:p>
                      <a:pPr lvl="0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 &amp; Position</a:t>
                      </a:r>
                      <a:endParaRPr lang="en-US" sz="1400" b="0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</a:t>
                      </a:r>
                      <a:r>
                        <a:rPr lang="en-US" sz="14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Aug</a:t>
                      </a: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</a:t>
                      </a:r>
                      <a:r>
                        <a:rPr lang="en-US" sz="14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Aug</a:t>
                      </a: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Mobitel</a:t>
                      </a: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215616"/>
                  </a:ext>
                </a:extLst>
              </a:tr>
              <a:tr h="388662">
                <a:tc vMerge="1">
                  <a:txBody>
                    <a:bodyPr/>
                    <a:lstStyle/>
                    <a:p>
                      <a:pPr lvl="0"/>
                      <a:endParaRPr lang="en-US" sz="1600" b="1" i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Var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Var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73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Revenue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73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Direct Cost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73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Gross Profit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3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Selling &amp;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Admin.Cost</a:t>
                      </a:r>
                      <a:r>
                        <a:rPr lang="en-US" sz="1200" u="none" strike="noStrike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12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664477"/>
                  </a:ext>
                </a:extLst>
              </a:tr>
              <a:tr h="37147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EBITDA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73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Depreciation</a:t>
                      </a:r>
                      <a:r>
                        <a:rPr lang="en-US" sz="12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 Amortization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008569"/>
                  </a:ext>
                </a:extLst>
              </a:tr>
              <a:tr h="39595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Operating</a:t>
                      </a:r>
                      <a:r>
                        <a:rPr lang="en-US" sz="1200" b="1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Profit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353498"/>
                  </a:ext>
                </a:extLst>
              </a:tr>
              <a:tr h="39595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EBIT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705012"/>
                  </a:ext>
                </a:extLst>
              </a:tr>
              <a:tr h="3745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NPAT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299056"/>
                  </a:ext>
                </a:extLst>
              </a:tr>
              <a:tr h="23097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u="none" strike="noStrike" kern="1200" dirty="0">
                        <a:solidFill>
                          <a:srgbClr val="00B05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629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endParaRPr lang="en-US" sz="1200" b="1" i="0" u="none" strike="noStrike" kern="12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4918"/>
                  </a:ext>
                </a:extLst>
              </a:tr>
              <a:tr h="249726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strike="noStrike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Performance</a:t>
                      </a:r>
                      <a:r>
                        <a:rPr lang="en-US" sz="1200" b="1" u="none" strike="noStrike" kern="1200" baseline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u="none" strike="noStrike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Metrics</a:t>
                      </a:r>
                      <a:endParaRPr lang="en-US" sz="1200" b="1" u="none" strike="noStrike" kern="12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972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</a:t>
                      </a:r>
                      <a:r>
                        <a:rPr lang="en-US" sz="12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Margin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972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EBITDA Margin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972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Operating</a:t>
                      </a:r>
                      <a:r>
                        <a:rPr lang="en-US" sz="12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Margin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6261">
                <a:tc>
                  <a:txBody>
                    <a:bodyPr/>
                    <a:lstStyle/>
                    <a:p>
                      <a:pPr marL="0" marR="0" indent="0" algn="l" defTabSz="112271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NPAT Margin</a:t>
                      </a:r>
                      <a:endParaRPr lang="en-US" sz="1200" b="0" i="1" u="none" strike="noStrike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48A1E54-39E8-B5EB-6107-70E56875469A}"/>
              </a:ext>
            </a:extLst>
          </p:cNvPr>
          <p:cNvSpPr txBox="1"/>
          <p:nvPr/>
        </p:nvSpPr>
        <p:spPr>
          <a:xfrm>
            <a:off x="570980" y="6531308"/>
            <a:ext cx="86540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Note- Dividend received from subsidiaries and associate disregarded when calculating PAT Margin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956D8-4F65-DA56-E6D0-359C112C0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21E46-F880-4928-ACF4-F75246700824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0ED364-CD44-7E58-69AC-7D77F5116846}"/>
              </a:ext>
            </a:extLst>
          </p:cNvPr>
          <p:cNvSpPr txBox="1"/>
          <p:nvPr/>
        </p:nvSpPr>
        <p:spPr>
          <a:xfrm>
            <a:off x="10156591" y="550121"/>
            <a:ext cx="11972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&lt; Rs. Mn &gt;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97BB59-505E-CE53-6900-20A425226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800" y="6356351"/>
            <a:ext cx="726831" cy="36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958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2545" y="121099"/>
            <a:ext cx="7478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Financials </a:t>
            </a:r>
          </a:p>
        </p:txBody>
      </p: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494262" y="644319"/>
            <a:ext cx="10638296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718BDD6-F727-48CC-AC67-900BE4263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72064"/>
              </p:ext>
            </p:extLst>
          </p:nvPr>
        </p:nvGraphicFramePr>
        <p:xfrm>
          <a:off x="494262" y="887454"/>
          <a:ext cx="9359818" cy="4963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9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4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34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3427">
                  <a:extLst>
                    <a:ext uri="{9D8B030D-6E8A-4147-A177-3AD203B41FA5}">
                      <a16:colId xmlns:a16="http://schemas.microsoft.com/office/drawing/2014/main" val="951679673"/>
                    </a:ext>
                  </a:extLst>
                </a:gridCol>
              </a:tblGrid>
              <a:tr h="534457">
                <a:tc>
                  <a:txBody>
                    <a:bodyPr/>
                    <a:lstStyle/>
                    <a:p>
                      <a:pPr lvl="0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 &amp; Position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SLT</a:t>
                      </a:r>
                      <a:endParaRPr lang="en-US" sz="1400" b="1" i="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Mobitel</a:t>
                      </a:r>
                      <a:endParaRPr lang="en-US" sz="1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30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SLTSL </a:t>
                      </a:r>
                    </a:p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Amalgamated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80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Revenue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80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Direct Cost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80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Gross Profit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80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Selling &amp;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Admin.Cost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12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664477"/>
                  </a:ext>
                </a:extLst>
              </a:tr>
              <a:tr h="33880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EBITDA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804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Depreciation</a:t>
                      </a:r>
                      <a:r>
                        <a:rPr lang="en-US" sz="12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 Amortization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008569"/>
                  </a:ext>
                </a:extLst>
              </a:tr>
              <a:tr h="338804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Operating</a:t>
                      </a:r>
                      <a:r>
                        <a:rPr lang="en-US" sz="1200" b="1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Profit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353498"/>
                  </a:ext>
                </a:extLst>
              </a:tr>
              <a:tr h="33880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EBIT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705012"/>
                  </a:ext>
                </a:extLst>
              </a:tr>
              <a:tr h="33880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299056"/>
                  </a:ext>
                </a:extLst>
              </a:tr>
              <a:tr h="19952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u="none" strike="noStrike" kern="1200" dirty="0">
                        <a:solidFill>
                          <a:srgbClr val="00B05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629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1828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729920"/>
                  </a:ext>
                </a:extLst>
              </a:tr>
              <a:tr h="301176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strike="noStrike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Performance</a:t>
                      </a:r>
                      <a:r>
                        <a:rPr lang="en-US" sz="1200" b="1" u="none" strike="noStrike" kern="1200" baseline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u="none" strike="noStrike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Metrics</a:t>
                      </a:r>
                      <a:endParaRPr lang="en-US" sz="1200" b="1" u="none" strike="noStrike" kern="12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1828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84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</a:t>
                      </a:r>
                      <a:r>
                        <a:rPr lang="en-US" sz="12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Margin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84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EBITDA Margin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84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Operating</a:t>
                      </a:r>
                      <a:r>
                        <a:rPr lang="en-US" sz="12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Margin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848">
                <a:tc>
                  <a:txBody>
                    <a:bodyPr/>
                    <a:lstStyle/>
                    <a:p>
                      <a:pPr marL="0" marR="0" indent="0" algn="l" defTabSz="112271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NPAT Margin</a:t>
                      </a:r>
                      <a:endParaRPr lang="en-US" sz="1200" b="0" i="1" u="none" strike="noStrike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6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94262" y="5980687"/>
            <a:ext cx="8654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Note - Dividend received from subsidiaries and associate disregarded when calculating PAT Margin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9214F-AEB9-F9DC-E700-2708F3A9B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21E46-F880-4928-ACF4-F75246700824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0DF73-2E1F-93BF-A60B-80FF3DBD5836}"/>
              </a:ext>
            </a:extLst>
          </p:cNvPr>
          <p:cNvSpPr txBox="1"/>
          <p:nvPr/>
        </p:nvSpPr>
        <p:spPr>
          <a:xfrm>
            <a:off x="10227376" y="638591"/>
            <a:ext cx="10846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&lt; Rs. Mn &gt;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1F79A1-B6EB-DC48-201D-D77890E29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356351"/>
            <a:ext cx="726831" cy="36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34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2784" y="54041"/>
            <a:ext cx="7478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Financials 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353776" y="535602"/>
            <a:ext cx="10809031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718BDD6-F727-48CC-AC67-900BE4263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373658"/>
              </p:ext>
            </p:extLst>
          </p:nvPr>
        </p:nvGraphicFramePr>
        <p:xfrm>
          <a:off x="504542" y="750207"/>
          <a:ext cx="10636954" cy="5506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7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0319">
                  <a:extLst>
                    <a:ext uri="{9D8B030D-6E8A-4147-A177-3AD203B41FA5}">
                      <a16:colId xmlns:a16="http://schemas.microsoft.com/office/drawing/2014/main" val="951679673"/>
                    </a:ext>
                  </a:extLst>
                </a:gridCol>
                <a:gridCol w="1112671">
                  <a:extLst>
                    <a:ext uri="{9D8B030D-6E8A-4147-A177-3AD203B41FA5}">
                      <a16:colId xmlns:a16="http://schemas.microsoft.com/office/drawing/2014/main" val="2434622413"/>
                    </a:ext>
                  </a:extLst>
                </a:gridCol>
                <a:gridCol w="934604">
                  <a:extLst>
                    <a:ext uri="{9D8B030D-6E8A-4147-A177-3AD203B41FA5}">
                      <a16:colId xmlns:a16="http://schemas.microsoft.com/office/drawing/2014/main" val="3629380808"/>
                    </a:ext>
                  </a:extLst>
                </a:gridCol>
                <a:gridCol w="992294">
                  <a:extLst>
                    <a:ext uri="{9D8B030D-6E8A-4147-A177-3AD203B41FA5}">
                      <a16:colId xmlns:a16="http://schemas.microsoft.com/office/drawing/2014/main" val="3244628275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3074674736"/>
                    </a:ext>
                  </a:extLst>
                </a:gridCol>
                <a:gridCol w="1020614">
                  <a:extLst>
                    <a:ext uri="{9D8B030D-6E8A-4147-A177-3AD203B41FA5}">
                      <a16:colId xmlns:a16="http://schemas.microsoft.com/office/drawing/2014/main" val="1265923792"/>
                    </a:ext>
                  </a:extLst>
                </a:gridCol>
              </a:tblGrid>
              <a:tr h="326745">
                <a:tc rowSpan="2">
                  <a:txBody>
                    <a:bodyPr/>
                    <a:lstStyle/>
                    <a:p>
                      <a:pPr lvl="0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 &amp; Position</a:t>
                      </a:r>
                      <a:endParaRPr lang="en-US" sz="1400" b="0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</a:t>
                      </a:r>
                      <a:r>
                        <a:rPr lang="en-US" sz="14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 - </a:t>
                      </a: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</a:t>
                      </a: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215616"/>
                  </a:ext>
                </a:extLst>
              </a:tr>
              <a:tr h="466713">
                <a:tc vMerge="1">
                  <a:txBody>
                    <a:bodyPr/>
                    <a:lstStyle/>
                    <a:p>
                      <a:pPr lvl="0"/>
                      <a:endParaRPr lang="en-US" sz="1600" b="1" i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Aug'26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July'26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Var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Aug'26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July'26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Var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6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Revenue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6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Direct Cost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6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Gross Profit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676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Selling &amp;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Admin.Cost</a:t>
                      </a:r>
                      <a:r>
                        <a:rPr lang="en-US" sz="1200" u="none" strike="noStrike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12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664477"/>
                  </a:ext>
                </a:extLst>
              </a:tr>
              <a:tr h="36676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EBITDA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76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Depreciation</a:t>
                      </a:r>
                      <a:r>
                        <a:rPr lang="en-US" sz="12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 Amortization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008569"/>
                  </a:ext>
                </a:extLst>
              </a:tr>
              <a:tr h="36676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Operating</a:t>
                      </a:r>
                      <a:r>
                        <a:rPr lang="en-US" sz="1200" b="1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Profit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353498"/>
                  </a:ext>
                </a:extLst>
              </a:tr>
              <a:tr h="36676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EBIT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705012"/>
                  </a:ext>
                </a:extLst>
              </a:tr>
              <a:tr h="36676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NPAT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299056"/>
                  </a:ext>
                </a:extLst>
              </a:tr>
              <a:tr h="21634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u="none" strike="noStrike" kern="12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147523"/>
                  </a:ext>
                </a:extLst>
              </a:tr>
              <a:tr h="23907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strike="noStrike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Performance</a:t>
                      </a:r>
                      <a:r>
                        <a:rPr lang="en-US" sz="1200" b="1" u="none" strike="noStrike" kern="1200" baseline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u="none" strike="noStrike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Metrics</a:t>
                      </a:r>
                      <a:endParaRPr lang="en-US" sz="1200" b="1" u="none" strike="noStrike" kern="12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0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</a:t>
                      </a:r>
                      <a:r>
                        <a:rPr lang="en-US" sz="12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Margin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0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EBITDA Margin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0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Operating</a:t>
                      </a:r>
                      <a:r>
                        <a:rPr lang="en-US" sz="12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Margin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9073">
                <a:tc>
                  <a:txBody>
                    <a:bodyPr/>
                    <a:lstStyle/>
                    <a:p>
                      <a:pPr marL="0" marR="0" indent="0" algn="l" defTabSz="112271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NPAT Margin</a:t>
                      </a:r>
                      <a:endParaRPr lang="en-US" sz="1200" b="0" i="1" u="none" strike="noStrike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B726837-8C11-DE3E-D60A-81A9B24E4867}"/>
              </a:ext>
            </a:extLst>
          </p:cNvPr>
          <p:cNvSpPr txBox="1"/>
          <p:nvPr/>
        </p:nvSpPr>
        <p:spPr>
          <a:xfrm>
            <a:off x="504183" y="6596718"/>
            <a:ext cx="86540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Note- Dividend received from subsidiaries and associates disregarded when calculating PAT Margin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022E8-2361-B8DB-4604-8671E4D0A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21E46-F880-4928-ACF4-F75246700824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238D0-DF8C-C386-BFBE-49090A30EA3C}"/>
              </a:ext>
            </a:extLst>
          </p:cNvPr>
          <p:cNvSpPr txBox="1"/>
          <p:nvPr/>
        </p:nvSpPr>
        <p:spPr>
          <a:xfrm>
            <a:off x="10227376" y="521003"/>
            <a:ext cx="13071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&lt; Rs. Mn 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A3806D-BF47-FF1A-87CE-DC5D41363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356351"/>
            <a:ext cx="726831" cy="36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912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1509" y="47069"/>
            <a:ext cx="7478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Financials </a:t>
            </a:r>
          </a:p>
        </p:txBody>
      </p: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494262" y="559669"/>
            <a:ext cx="10638296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718BDD6-F727-48CC-AC67-900BE4263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675923"/>
              </p:ext>
            </p:extLst>
          </p:nvPr>
        </p:nvGraphicFramePr>
        <p:xfrm>
          <a:off x="494262" y="790986"/>
          <a:ext cx="10638296" cy="5502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56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56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5638">
                  <a:extLst>
                    <a:ext uri="{9D8B030D-6E8A-4147-A177-3AD203B41FA5}">
                      <a16:colId xmlns:a16="http://schemas.microsoft.com/office/drawing/2014/main" val="951679673"/>
                    </a:ext>
                  </a:extLst>
                </a:gridCol>
                <a:gridCol w="885550">
                  <a:extLst>
                    <a:ext uri="{9D8B030D-6E8A-4147-A177-3AD203B41FA5}">
                      <a16:colId xmlns:a16="http://schemas.microsoft.com/office/drawing/2014/main" val="2434622413"/>
                    </a:ext>
                  </a:extLst>
                </a:gridCol>
                <a:gridCol w="895657">
                  <a:extLst>
                    <a:ext uri="{9D8B030D-6E8A-4147-A177-3AD203B41FA5}">
                      <a16:colId xmlns:a16="http://schemas.microsoft.com/office/drawing/2014/main" val="3629380808"/>
                    </a:ext>
                  </a:extLst>
                </a:gridCol>
                <a:gridCol w="950942">
                  <a:extLst>
                    <a:ext uri="{9D8B030D-6E8A-4147-A177-3AD203B41FA5}">
                      <a16:colId xmlns:a16="http://schemas.microsoft.com/office/drawing/2014/main" val="3244628275"/>
                    </a:ext>
                  </a:extLst>
                </a:gridCol>
                <a:gridCol w="1170393">
                  <a:extLst>
                    <a:ext uri="{9D8B030D-6E8A-4147-A177-3AD203B41FA5}">
                      <a16:colId xmlns:a16="http://schemas.microsoft.com/office/drawing/2014/main" val="3074674736"/>
                    </a:ext>
                  </a:extLst>
                </a:gridCol>
                <a:gridCol w="978083">
                  <a:extLst>
                    <a:ext uri="{9D8B030D-6E8A-4147-A177-3AD203B41FA5}">
                      <a16:colId xmlns:a16="http://schemas.microsoft.com/office/drawing/2014/main" val="1265923792"/>
                    </a:ext>
                  </a:extLst>
                </a:gridCol>
              </a:tblGrid>
              <a:tr h="333259">
                <a:tc rowSpan="2">
                  <a:txBody>
                    <a:bodyPr/>
                    <a:lstStyle/>
                    <a:p>
                      <a:pPr lvl="0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 &amp; Position</a:t>
                      </a:r>
                      <a:endParaRPr lang="en-US" sz="1400" b="0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</a:t>
                      </a:r>
                      <a:r>
                        <a:rPr lang="en-US" sz="14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 - </a:t>
                      </a:r>
                      <a:r>
                        <a:rPr lang="en-US" sz="1400" b="1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Mobitel</a:t>
                      </a:r>
                      <a:r>
                        <a:rPr lang="en-US" sz="1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215616"/>
                  </a:ext>
                </a:extLst>
              </a:tr>
              <a:tr h="358812">
                <a:tc vMerge="1">
                  <a:txBody>
                    <a:bodyPr/>
                    <a:lstStyle/>
                    <a:p>
                      <a:pPr lvl="0"/>
                      <a:endParaRPr lang="en-US" sz="1600" b="1" i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Aug'26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July'26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Aug'26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July'26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09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Revenue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09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Direct Cost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09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Gross Profit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39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Selling &amp;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Admin.Cost</a:t>
                      </a:r>
                      <a:r>
                        <a:rPr lang="en-US" sz="1200" u="none" strike="noStrike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12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664477"/>
                  </a:ext>
                </a:extLst>
              </a:tr>
              <a:tr h="37518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EBITDA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09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Depreciation</a:t>
                      </a:r>
                      <a:r>
                        <a:rPr lang="en-US" sz="12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 Amortization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008569"/>
                  </a:ext>
                </a:extLst>
              </a:tr>
              <a:tr h="39991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Operating</a:t>
                      </a:r>
                      <a:r>
                        <a:rPr lang="en-US" sz="1200" b="1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Profit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353498"/>
                  </a:ext>
                </a:extLst>
              </a:tr>
              <a:tr h="39991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EBIT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705012"/>
                  </a:ext>
                </a:extLst>
              </a:tr>
              <a:tr h="37824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NPAT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299056"/>
                  </a:ext>
                </a:extLst>
              </a:tr>
              <a:tr h="24337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u="none" strike="noStrike" kern="1200" dirty="0">
                        <a:solidFill>
                          <a:srgbClr val="00B05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629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4918"/>
                  </a:ext>
                </a:extLst>
              </a:tr>
              <a:tr h="25222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strike="noStrike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Performance</a:t>
                      </a:r>
                      <a:r>
                        <a:rPr lang="en-US" sz="1200" b="1" u="none" strike="noStrike" kern="1200" baseline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u="none" strike="noStrike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Metrics</a:t>
                      </a:r>
                      <a:endParaRPr lang="en-US" sz="1200" b="1" u="none" strike="noStrike" kern="12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828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22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</a:t>
                      </a:r>
                      <a:r>
                        <a:rPr lang="en-US" sz="12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Margin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22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EBITDA Margin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75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Operating</a:t>
                      </a:r>
                      <a:r>
                        <a:rPr lang="en-US" sz="12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Margin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524">
                <a:tc>
                  <a:txBody>
                    <a:bodyPr/>
                    <a:lstStyle/>
                    <a:p>
                      <a:pPr marL="0" marR="0" indent="0" algn="l" defTabSz="112271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NPAT Margin</a:t>
                      </a:r>
                      <a:endParaRPr lang="en-US" sz="1200" b="0" i="1" u="none" strike="noStrike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E091D65-650E-7CA2-7D17-DABA97E513CC}"/>
              </a:ext>
            </a:extLst>
          </p:cNvPr>
          <p:cNvSpPr txBox="1"/>
          <p:nvPr/>
        </p:nvSpPr>
        <p:spPr>
          <a:xfrm>
            <a:off x="494262" y="6613100"/>
            <a:ext cx="86540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Note- Dividend received from subsidiaries and associates disregarded when calculating PAT Margin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75C3CB-F4B6-A9EB-672F-A326491A6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21E46-F880-4928-ACF4-F75246700824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C9BB57-7A55-AE5B-CA1C-04A109388670}"/>
              </a:ext>
            </a:extLst>
          </p:cNvPr>
          <p:cNvSpPr txBox="1"/>
          <p:nvPr/>
        </p:nvSpPr>
        <p:spPr>
          <a:xfrm>
            <a:off x="10253948" y="559669"/>
            <a:ext cx="9413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&lt; Rs. Mn 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EFF614-6048-F389-7E58-7D75C4E09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356351"/>
            <a:ext cx="726831" cy="36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42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34253fc-dfb6-462f-b5ca-cbe81939f5ee}" enabled="0" method="" siteId="{534253fc-dfb6-462f-b5ca-cbe81939f5e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10873</TotalTime>
  <Words>703</Words>
  <Application>Microsoft Office PowerPoint</Application>
  <PresentationFormat>Widescreen</PresentationFormat>
  <Paragraphs>302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Montserrat</vt:lpstr>
      <vt:lpstr>Montserrat Light</vt:lpstr>
      <vt:lpstr>Office Theme</vt:lpstr>
      <vt:lpstr>Executive Summary - Group</vt:lpstr>
      <vt:lpstr>Executive Summary – Fixed Business (SLT Company)</vt:lpstr>
      <vt:lpstr>Executive Summary – Mobitel</vt:lpstr>
      <vt:lpstr>Executive Summary – SLTS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Gayathrika Sachinthani</dc:creator>
  <cp:lastModifiedBy>Gayathrika Sachinthani</cp:lastModifiedBy>
  <cp:revision>129</cp:revision>
  <cp:lastPrinted>2026-07-08T13:35:50Z</cp:lastPrinted>
  <dcterms:created xsi:type="dcterms:W3CDTF">2025-01-10T07:11:15Z</dcterms:created>
  <dcterms:modified xsi:type="dcterms:W3CDTF">2026-10-09T06:02:59Z</dcterms:modified>
</cp:coreProperties>
</file>